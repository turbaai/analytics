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71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your-fleet:808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0D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sharp-focused-albattani/mnt/outputs/tuideck/img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801014"/>
            <a:ext cx="603504" cy="6839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67665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turba</a:t>
            </a:r>
            <a:r>
              <a:rPr lang="en-US" sz="4000" b="1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2651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GPU-fleet efficiency cockpit — in your terminal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dirty="0" err="1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xtop</a:t>
            </a:r>
            <a:r>
              <a:rPr lang="en-US" sz="15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-style TUI that shows what's wasted, what's about to break, and what to do, over SSH, with no browser.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$./turbatop --api-url …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turbalance Analytics  ·  operator surface  ·  read-only v1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THE NEED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Operators live in the terminal — not the browser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74552" y="4023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sharp-focused-albattani/mnt/outputs/tuideck/img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2" y="475488"/>
            <a:ext cx="274320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turbatop</a:t>
            </a:r>
            <a:r>
              <a:rPr lang="en-US" sz="850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turbalance Analytics  ·  Confidential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362956" cy="196596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73152" cy="1965960"/>
          </a:xfrm>
          <a:prstGeom prst="rect">
            <a:avLst/>
          </a:prstGeom>
          <a:solidFill>
            <a:srgbClr val="50D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" y="1837944"/>
            <a:ext cx="495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SSH is the office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4672" y="2258568"/>
            <a:ext cx="495147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debugging a cluster are in tmux over SSH, not flipping to a browser tab. The cockpit has to be where they already are.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77356" y="1691640"/>
            <a:ext cx="5362956" cy="196596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77356" y="1691640"/>
            <a:ext cx="73152" cy="1965960"/>
          </a:xfrm>
          <a:prstGeom prst="rect">
            <a:avLst/>
          </a:prstGeom>
          <a:solidFill>
            <a:srgbClr val="2FA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33388" y="1837944"/>
            <a:ext cx="495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Air-gapped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533388" y="2258568"/>
            <a:ext cx="495147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Gov, defense, and sovereign GPU clouds can't send telemetry to a vendor SaaS or open a browser to one. They need a local, offline tool.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931920"/>
            <a:ext cx="5362956" cy="196596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8640" y="3931920"/>
            <a:ext cx="73152" cy="1965960"/>
          </a:xfrm>
          <a:prstGeom prst="rect">
            <a:avLst/>
          </a:prstGeom>
          <a:solidFill>
            <a:srgbClr val="E8A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04672" y="4078224"/>
            <a:ext cx="495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Neocloud density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04672" y="4498848"/>
            <a:ext cx="495147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providers run thousands of hosts; a fast keyboard-driven terminal sweep beats waiting on a heavy web page.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77356" y="3931920"/>
            <a:ext cx="5362956" cy="196596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77356" y="3931920"/>
            <a:ext cx="73152" cy="1965960"/>
          </a:xfrm>
          <a:prstGeom prst="rect">
            <a:avLst/>
          </a:prstGeom>
          <a:solidFill>
            <a:srgbClr val="FF5C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33388" y="4078224"/>
            <a:ext cx="495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truth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533388" y="4498848"/>
            <a:ext cx="495147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anything on fire and what do I do?” should be one command and two seconds — no login, no dashboard load.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WHAT IT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read-only terminal cockpit over the product API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74552" y="4023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sharp-focused-albattani/mnt/outputs/tuideck/img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2" y="475488"/>
            <a:ext cx="274320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turbatop</a:t>
            </a:r>
            <a:r>
              <a:rPr lang="en-US" sz="850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turbalance Analytics  ·  Confidential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 err="1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xtop</a:t>
            </a:r>
            <a:r>
              <a:rPr lang="en-US" sz="1250" b="1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-style TUI: neon borders, gradient gauges, colored sparklines, live refresh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operator's three questions at a glance: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What is wasted?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What is likely to break?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What should I inspect next?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pages: Overview · Hosts · Signals · Ops — keyboard or mouse driven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same diagnose → predict → prescribe loop as the web cockpit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766560" y="1645920"/>
            <a:ext cx="4873752" cy="182880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66560" y="1645920"/>
            <a:ext cx="73152" cy="1828800"/>
          </a:xfrm>
          <a:prstGeom prst="rect">
            <a:avLst/>
          </a:prstGeom>
          <a:solidFill>
            <a:srgbClr val="50D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22592" y="1792224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brain, new surface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022592" y="2212848"/>
            <a:ext cx="44622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turbatop is a thin client — it renders the existing analytics, predictive warnings, prescribed actions, and verified-savings ledger. No new analytics, no separate truth.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66560" y="3657600"/>
            <a:ext cx="4873752" cy="201168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766560" y="3657600"/>
            <a:ext cx="73152" cy="2011680"/>
          </a:xfrm>
          <a:prstGeom prst="rect">
            <a:avLst/>
          </a:prstGeom>
          <a:solidFill>
            <a:srgbClr val="2FA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022592" y="3803904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Deliberately read-only (v1)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022592" y="4224528"/>
            <a:ext cx="44622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surfaces and explains; it does not mutate the fleet. Remediation stays gated behind the action-connector workflow. Safe to hand to anyone with API read access.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LIVE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 — the whole loop on one screen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74552" y="4023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sharp-focused-albattani/mnt/outputs/tuideck/img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2" y="475488"/>
            <a:ext cx="274320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turbatop</a:t>
            </a:r>
            <a:r>
              <a:rPr lang="en-US" sz="850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turbalance Analytics  ·  Confidential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3776" y="1499616"/>
            <a:ext cx="7256699" cy="4727448"/>
          </a:xfrm>
          <a:prstGeom prst="rect">
            <a:avLst/>
          </a:prstGeom>
          <a:solidFill>
            <a:srgbClr val="16242F"/>
          </a:solidFill>
          <a:ln w="12700">
            <a:solidFill>
              <a:srgbClr val="50DCFF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sessions/sharp-focused-albattani/mnt/outputs/tuideck/img/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7146971" cy="46177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281928"/>
            <a:ext cx="7146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turbatop overview: efficiency score, fleet heat, hosts, forecast &amp; warnings, prescribed actions, verified savings.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107091" y="1691640"/>
            <a:ext cx="3533221" cy="12344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107091" y="1691640"/>
            <a:ext cx="73152" cy="1234440"/>
          </a:xfrm>
          <a:prstGeom prst="rect">
            <a:avLst/>
          </a:prstGeom>
          <a:solidFill>
            <a:srgbClr val="50D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363123" y="1837944"/>
            <a:ext cx="31217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Efficiency at a glance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363123" y="2258568"/>
            <a:ext cx="312174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vs useful-compute gauges and a fleet heat strip up top.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07091" y="3063240"/>
            <a:ext cx="3533221" cy="12344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107091" y="3063240"/>
            <a:ext cx="73152" cy="1234440"/>
          </a:xfrm>
          <a:prstGeom prst="rect">
            <a:avLst/>
          </a:prstGeom>
          <a:solidFill>
            <a:srgbClr val="E8A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363123" y="3209544"/>
            <a:ext cx="31217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 + prescribe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8363123" y="3630168"/>
            <a:ext cx="312174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ETAs and ranked $ / GPU-hour actions, right in the terminal.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07091" y="4434840"/>
            <a:ext cx="3533221" cy="12344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107091" y="4434840"/>
            <a:ext cx="73152" cy="1234440"/>
          </a:xfrm>
          <a:prstGeom prst="rect">
            <a:avLst/>
          </a:prstGeom>
          <a:solidFill>
            <a:srgbClr val="2FA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363123" y="4581144"/>
            <a:ext cx="31217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 built in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8363123" y="5001768"/>
            <a:ext cx="312174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verified-savings line shows recovered $ and realization rate.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LIVE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Hosts — directory + per-host inspector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74552" y="4023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sharp-focused-albattani/mnt/outputs/tuideck/img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2" y="475488"/>
            <a:ext cx="274320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turbatop</a:t>
            </a:r>
            <a:r>
              <a:rPr lang="en-US" sz="850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turbalance Analytics  ·  Confidential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3776" y="1499616"/>
            <a:ext cx="7256699" cy="4727448"/>
          </a:xfrm>
          <a:prstGeom prst="rect">
            <a:avLst/>
          </a:prstGeom>
          <a:solidFill>
            <a:srgbClr val="16242F"/>
          </a:solidFill>
          <a:ln w="12700">
            <a:solidFill>
              <a:srgbClr val="50DCFF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sessions/sharp-focused-albattani/mnt/outputs/tuideck/img/hos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7146971" cy="46177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281928"/>
            <a:ext cx="7146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page: selectable host directory with a live GPU/HBM/CPU/RAM/NET inspector.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107091" y="1691640"/>
            <a:ext cx="3533221" cy="12344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107091" y="1691640"/>
            <a:ext cx="73152" cy="1234440"/>
          </a:xfrm>
          <a:prstGeom prst="rect">
            <a:avLst/>
          </a:prstGeom>
          <a:solidFill>
            <a:srgbClr val="50D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363123" y="1837944"/>
            <a:ext cx="31217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triage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363123" y="2258568"/>
            <a:ext cx="312174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pressure/GPU/status; the hottest host floats up.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07091" y="3063240"/>
            <a:ext cx="3533221" cy="12344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107091" y="3063240"/>
            <a:ext cx="73152" cy="1234440"/>
          </a:xfrm>
          <a:prstGeom prst="rect">
            <a:avLst/>
          </a:prstGeom>
          <a:solidFill>
            <a:srgbClr val="FF5C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363123" y="3209544"/>
            <a:ext cx="31217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Drill in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8363123" y="3630168"/>
            <a:ext cx="312174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Per-host gauges and trend without leaving the keyboard.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07091" y="4434840"/>
            <a:ext cx="3533221" cy="12344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107091" y="4434840"/>
            <a:ext cx="73152" cy="1234440"/>
          </a:xfrm>
          <a:prstGeom prst="rect">
            <a:avLst/>
          </a:prstGeom>
          <a:solidFill>
            <a:srgbClr val="2FA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363123" y="4581144"/>
            <a:ext cx="31217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Fleet mix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8363123" y="5001768"/>
            <a:ext cx="312174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vs CPU-only split at a glance.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LIVE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Signals — warnings, actions &amp; savings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74552" y="4023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sharp-focused-albattani/mnt/outputs/tuideck/img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2" y="475488"/>
            <a:ext cx="274320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turbatop</a:t>
            </a:r>
            <a:r>
              <a:rPr lang="en-US" sz="850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turbalance Analytics  ·  Confidential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3776" y="1499616"/>
            <a:ext cx="7256699" cy="4727448"/>
          </a:xfrm>
          <a:prstGeom prst="rect">
            <a:avLst/>
          </a:prstGeom>
          <a:solidFill>
            <a:srgbClr val="16242F"/>
          </a:solidFill>
          <a:ln w="12700">
            <a:solidFill>
              <a:srgbClr val="50DCFF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sessions/sharp-focused-albattani/mnt/outputs/tuideck/img/sign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7146971" cy="46177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281928"/>
            <a:ext cx="7146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page: forecast warnings and bottlenecks beside prescribed actions and the savings ledger.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107091" y="1691640"/>
            <a:ext cx="3533221" cy="12344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107091" y="1691640"/>
            <a:ext cx="73152" cy="1234440"/>
          </a:xfrm>
          <a:prstGeom prst="rect">
            <a:avLst/>
          </a:prstGeom>
          <a:solidFill>
            <a:srgbClr val="E8A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363123" y="1837944"/>
            <a:ext cx="31217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warning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363123" y="2258568"/>
            <a:ext cx="312174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“HBM crosses 100 in ~2d”, rising queue wait, regression risk.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07091" y="3063240"/>
            <a:ext cx="3533221" cy="12344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107091" y="3063240"/>
            <a:ext cx="73152" cy="1234440"/>
          </a:xfrm>
          <a:prstGeom prst="rect">
            <a:avLst/>
          </a:prstGeom>
          <a:solidFill>
            <a:srgbClr val="50D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363123" y="3209544"/>
            <a:ext cx="31217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do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8363123" y="3630168"/>
            <a:ext cx="312174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actions with impact, GPU-hours, and confidence.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07091" y="4434840"/>
            <a:ext cx="3533221" cy="12344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107091" y="4434840"/>
            <a:ext cx="73152" cy="1234440"/>
          </a:xfrm>
          <a:prstGeom prst="rect">
            <a:avLst/>
          </a:prstGeom>
          <a:solidFill>
            <a:srgbClr val="2FA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363123" y="4581144"/>
            <a:ext cx="31217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Banked outcome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8363123" y="5001768"/>
            <a:ext cx="312174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$142k / 38,200 GPU-hrs · realization 71%.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BENEFITS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earns a place in the operator's toolkit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74552" y="4023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sharp-focused-albattani/mnt/outputs/tuideck/img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2" y="475488"/>
            <a:ext cx="274320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turbatop</a:t>
            </a:r>
            <a:r>
              <a:rPr lang="en-US" sz="850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turbalance Analytics  ·  Confidential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3483864" cy="19202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73152" cy="1920240"/>
          </a:xfrm>
          <a:prstGeom prst="rect">
            <a:avLst/>
          </a:prstGeom>
          <a:solidFill>
            <a:srgbClr val="50D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" y="183794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browser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4672" y="2258568"/>
            <a:ext cx="30723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over SSH in any terminal; no web stack, no port-forwarding.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52544" y="1691640"/>
            <a:ext cx="3483864" cy="19202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52544" y="1691640"/>
            <a:ext cx="73152" cy="1920240"/>
          </a:xfrm>
          <a:prstGeom prst="rect">
            <a:avLst/>
          </a:prstGeom>
          <a:solidFill>
            <a:srgbClr val="2FA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08576" y="183794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Air-gapped ready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608576" y="2258568"/>
            <a:ext cx="30723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only to the configured API — no outbound calls, no telemetry leaves.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56448" y="1691640"/>
            <a:ext cx="3483864" cy="19202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56448" y="1691640"/>
            <a:ext cx="73152" cy="1920240"/>
          </a:xfrm>
          <a:prstGeom prst="rect">
            <a:avLst/>
          </a:prstGeom>
          <a:solidFill>
            <a:srgbClr val="E8A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412480" y="183794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static file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412480" y="2258568"/>
            <a:ext cx="30723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zipapp/binary, no third-party deps; scp it and run on Python 3.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886200"/>
            <a:ext cx="3483864" cy="19202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48640" y="3886200"/>
            <a:ext cx="73152" cy="1920240"/>
          </a:xfrm>
          <a:prstGeom prst="rect">
            <a:avLst/>
          </a:prstGeom>
          <a:solidFill>
            <a:srgbClr val="FF5C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4672" y="403250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loop, same truth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04672" y="4453128"/>
            <a:ext cx="30723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existing engine: diagnose → predict → prescribe → prove.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52544" y="3886200"/>
            <a:ext cx="3483864" cy="19202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352544" y="3886200"/>
            <a:ext cx="73152" cy="1920240"/>
          </a:xfrm>
          <a:prstGeom prst="rect">
            <a:avLst/>
          </a:prstGeom>
          <a:solidFill>
            <a:srgbClr val="50D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608576" y="403250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&amp; live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4608576" y="4453128"/>
            <a:ext cx="30723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refresh, keyboard + mouse, sortable, filterable, paged.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156448" y="3886200"/>
            <a:ext cx="3483864" cy="192024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156448" y="3886200"/>
            <a:ext cx="73152" cy="1920240"/>
          </a:xfrm>
          <a:prstGeom prst="rect">
            <a:avLst/>
          </a:prstGeom>
          <a:solidFill>
            <a:srgbClr val="2FA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412480" y="403250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Beautiful &amp; legible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8412480" y="4453128"/>
            <a:ext cx="30723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btop-style gauges and sparklines; honors NO_COLOR and small terminals.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surface — and a wedge — the incumbents don't have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74552" y="4023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sharp-focused-albattani/mnt/outputs/tuideck/img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2" y="475488"/>
            <a:ext cx="274320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turbatop</a:t>
            </a:r>
            <a:r>
              <a:rPr lang="en-US" sz="850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turbalance Analytics  ·  Confidential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deployments SaaS dashboards structurally can't: air-gapped, sovereign, on-prem, neocloud edge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the bare-metal / single-binary distribution story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the prescriptive action plan + verified savings where operators actually work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developer-marketing: a beautiful TUI travels (HN / Reddit / X), cheap top-of-funnel for technical buyers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marginal cost: a thin client over the existing API — no new analytics to maintain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178040" y="1691640"/>
            <a:ext cx="4462272" cy="384048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178040" y="1691640"/>
            <a:ext cx="73152" cy="3840480"/>
          </a:xfrm>
          <a:prstGeom prst="rect">
            <a:avLst/>
          </a:prstGeom>
          <a:solidFill>
            <a:srgbClr val="50D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34072" y="183794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one-liner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434072" y="2258568"/>
            <a:ext cx="405079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only GPU-efficiency tool that shows you what's wasted, what's about to break, and what to do — and proves the recovery — right in your terminal, even air-gapped.”</a:t>
            </a:r>
            <a:endParaRPr lang="en-US" sz="1100" dirty="0"/>
          </a:p>
          <a:p>
            <a:pPr marL="0" indent="0">
              <a:lnSpc>
                <a:spcPct val="103000"/>
              </a:lnSpc>
              <a:buNone/>
            </a:pPr>
            <a:endParaRPr lang="en-US" sz="11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Datadog, Cast AI, and Kubecost are browser SaaS. NVIDIA's tooling isn't this. turbatop is.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Thin, safe, and deterministic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74552" y="4023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sharp-focused-albattani/mnt/outputs/tuideck/img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2" y="475488"/>
            <a:ext cx="274320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turbatop</a:t>
            </a:r>
            <a:r>
              <a:rPr lang="en-US" sz="850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turbalance Analytics  ·  Confidential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362956" cy="137160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73152" cy="1371600"/>
          </a:xfrm>
          <a:prstGeom prst="rect">
            <a:avLst/>
          </a:prstGeom>
          <a:solidFill>
            <a:srgbClr val="50D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" y="1837944"/>
            <a:ext cx="495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 client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4672" y="2258568"/>
            <a:ext cx="49514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product API (summary, opportunities, predictive warnings, savings). Caches between refreshes; keeps the last good frame on error.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77356" y="1691640"/>
            <a:ext cx="5362956" cy="137160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77356" y="1691640"/>
            <a:ext cx="73152" cy="1371600"/>
          </a:xfrm>
          <a:prstGeom prst="rect">
            <a:avLst/>
          </a:prstGeom>
          <a:solidFill>
            <a:srgbClr val="2FA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33388" y="1837944"/>
            <a:ext cx="495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Read-only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533388" y="2258568"/>
            <a:ext cx="49514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mutates the fleet in v1. Honors the API's tenant/RBAC scoping with --token.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337560"/>
            <a:ext cx="5362956" cy="137160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8640" y="3337560"/>
            <a:ext cx="73152" cy="1371600"/>
          </a:xfrm>
          <a:prstGeom prst="rect">
            <a:avLst/>
          </a:prstGeom>
          <a:solidFill>
            <a:srgbClr val="50D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04672" y="3483864"/>
            <a:ext cx="495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Resilient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04672" y="3904488"/>
            <a:ext cx="49514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gracefully on API errors, empty data, tiny terminals, and NO_COLOR — never crashes.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77356" y="3337560"/>
            <a:ext cx="5362956" cy="137160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77356" y="3337560"/>
            <a:ext cx="73152" cy="1371600"/>
          </a:xfrm>
          <a:prstGeom prst="rect">
            <a:avLst/>
          </a:prstGeom>
          <a:solidFill>
            <a:srgbClr val="2FA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33388" y="3483864"/>
            <a:ext cx="495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533388" y="3904488"/>
            <a:ext cx="49514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--fixture + --once render one frame for screenshots and golden-frame tests in CI.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4663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7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Pages: 1 overview · 2 hosts · 3 signals · 4 ops      Keys: q quit · r refresh · p pause · / filter · w snapshot · h help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212080"/>
            <a:ext cx="11091672" cy="82296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22960" y="52120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cli/turbatop/turbatop.py --api-url http://192.168.10.30:8080 --token "$TURBA_TOKEN"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it like a binary, run it anywhere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74552" y="4023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sharp-focused-albattani/mnt/outputs/tuideck/img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2" y="475488"/>
            <a:ext cx="274320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turbatop</a:t>
            </a:r>
            <a:r>
              <a:rPr lang="en-US" sz="850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turbalance Analytics  ·  Confidential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8311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3453384" cy="228600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73152" cy="2286000"/>
          </a:xfrm>
          <a:prstGeom prst="rect">
            <a:avLst/>
          </a:prstGeom>
          <a:solidFill>
            <a:srgbClr val="50D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" y="1883664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Build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4672" y="2304288"/>
            <a:ext cx="304190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turbatop → a single zipapp/binary with no third-party deps.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67784" y="1737360"/>
            <a:ext cx="3453384" cy="228600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67784" y="1737360"/>
            <a:ext cx="73152" cy="2286000"/>
          </a:xfrm>
          <a:prstGeom prst="rect">
            <a:avLst/>
          </a:prstGeom>
          <a:solidFill>
            <a:srgbClr val="E8A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23816" y="1883664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Copy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623816" y="2304288"/>
            <a:ext cx="304190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turbatop user@gpu-host — one file, no install, works offline.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86928" y="1737360"/>
            <a:ext cx="3453384" cy="228600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86928" y="1737360"/>
            <a:ext cx="73152" cy="2286000"/>
          </a:xfrm>
          <a:prstGeom prst="rect">
            <a:avLst/>
          </a:prstGeom>
          <a:solidFill>
            <a:srgbClr val="2FA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442960" y="1883664"/>
            <a:ext cx="304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Run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442960" y="2304288"/>
            <a:ext cx="304190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./turbatop --api-url … --token … against HTTP or the self-signed HTTPS edge (--insecure).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297680"/>
            <a:ext cx="11091672" cy="1737360"/>
          </a:xfrm>
          <a:prstGeom prst="rect">
            <a:avLst/>
          </a:prstGeom>
          <a:solidFill>
            <a:srgbClr val="16242F"/>
          </a:solidFill>
          <a:ln w="12700">
            <a:solidFill>
              <a:srgbClr val="2A3B49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48640" y="4297680"/>
            <a:ext cx="73152" cy="1737360"/>
          </a:xfrm>
          <a:prstGeom prst="rect">
            <a:avLst/>
          </a:prstGeom>
          <a:solidFill>
            <a:srgbClr val="2FA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4672" y="4443984"/>
            <a:ext cx="1068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the hard environments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04672" y="4864608"/>
            <a:ext cx="106801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amd64 + arm64 (the Pi fleet is arm64). No browser, no daemon, no outbound network beyond the configured API. The same tool a neocloud SRE, a sovereign-cloud operator, and a laptop debugging a pilot all run — which is exactly where browser SaaS can't go.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50D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sharp-focused-albattani/mnt/outputs/tuideck/img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23544"/>
            <a:ext cx="548640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822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turba</a:t>
            </a:r>
            <a:r>
              <a:rPr lang="en-US" sz="3000" b="1" dirty="0">
                <a:solidFill>
                  <a:srgbClr val="50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cockpit goes where the operator goes.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3474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Wasted, predicted, prescribed, and proven — over SSH, air-gapped, in one keystroke.</a:t>
            </a:r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7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./turbatop --api-url </a:t>
            </a:r>
            <a:r>
              <a:rPr lang="en-US" sz="1500" dirty="0">
                <a:solidFill>
                  <a:srgbClr val="57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/>
              </a:rPr>
              <a:t>http://your-fleet:8080</a:t>
            </a:r>
            <a:r>
              <a:rPr lang="en-US" sz="1500" dirty="0">
                <a:solidFill>
                  <a:srgbClr val="57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turbalance Analytics  ·  Confidential</a:t>
            </a:r>
            <a:endParaRPr lang="en-US" sz="10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626BBA2-76FE-1A63-F0DE-C5BD29635D78}"/>
              </a:ext>
            </a:extLst>
          </p:cNvPr>
          <p:cNvSpPr/>
          <p:nvPr/>
        </p:nvSpPr>
        <p:spPr>
          <a:xfrm>
            <a:off x="650798" y="5212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 repo. </a:t>
            </a:r>
            <a:r>
              <a:rPr lang="en-US" sz="150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it, Fork it, Hack it, </a:t>
            </a:r>
            <a:r>
              <a:rPr lang="en-US" sz="1500" dirty="0">
                <a:solidFill>
                  <a:srgbClr val="C7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Make it yours!</a:t>
            </a:r>
          </a:p>
          <a:p>
            <a:r>
              <a:rPr lang="en-US" sz="1500" dirty="0">
                <a:solidFill>
                  <a:schemeClr val="bg1"/>
                </a:solidFill>
              </a:rPr>
              <a:t>https://</a:t>
            </a:r>
            <a:r>
              <a:rPr lang="en-US" sz="1500" dirty="0" err="1">
                <a:solidFill>
                  <a:schemeClr val="bg1"/>
                </a:solidFill>
              </a:rPr>
              <a:t>github.com</a:t>
            </a:r>
            <a:r>
              <a:rPr lang="en-US" sz="1500" dirty="0">
                <a:solidFill>
                  <a:schemeClr val="bg1"/>
                </a:solidFill>
              </a:rPr>
              <a:t>/</a:t>
            </a:r>
            <a:r>
              <a:rPr lang="en-US" sz="1500" dirty="0" err="1">
                <a:solidFill>
                  <a:schemeClr val="bg1"/>
                </a:solidFill>
              </a:rPr>
              <a:t>ahmadexp-turba</a:t>
            </a:r>
            <a:r>
              <a:rPr lang="en-US" sz="1500" dirty="0">
                <a:solidFill>
                  <a:schemeClr val="bg1"/>
                </a:solidFill>
              </a:rPr>
              <a:t>/Analytics/tree/main/cli/</a:t>
            </a:r>
            <a:r>
              <a:rPr lang="en-US" sz="1500" dirty="0" err="1">
                <a:solidFill>
                  <a:schemeClr val="bg1"/>
                </a:solidFill>
              </a:rPr>
              <a:t>turbatop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1212</Words>
  <Application>Microsoft Macintosh PowerPoint</Application>
  <PresentationFormat>Custom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turbatop — terminal cockpit</dc:title>
  <dc:subject>PptxGenJS Presentation</dc:subject>
  <dc:creator>turbalance</dc:creator>
  <cp:lastModifiedBy>Ahmad Byagowi</cp:lastModifiedBy>
  <cp:revision>2</cp:revision>
  <dcterms:created xsi:type="dcterms:W3CDTF">2026-06-18T19:25:24Z</dcterms:created>
  <dcterms:modified xsi:type="dcterms:W3CDTF">2026-06-19T13:29:57Z</dcterms:modified>
</cp:coreProperties>
</file>