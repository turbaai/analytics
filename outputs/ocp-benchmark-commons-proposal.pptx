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5199ad787c4df8" /><Relationship Type="http://schemas.openxmlformats.org/officeDocument/2006/relationships/extended-properties" Target="/docProps/app.xml" Id="R6d90d86ae78042f5" /><Relationship Type="http://schemas.openxmlformats.org/officeDocument/2006/relationships/officeDocument" Target="/ppt/presentation.xml" Id="Rb7bd08cd4d894c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0dae4a47094fe7"/>
  </p:sldMasterIdLst>
  <p:notesMasterIdLst>
    <p:notesMasterId xmlns:r="http://schemas.openxmlformats.org/officeDocument/2006/relationships" r:id="Rce37d5a9964c46f7"/>
  </p:notesMasterIdLst>
  <p:sldIdLst>
    <p:sldId xmlns:r="http://schemas.openxmlformats.org/officeDocument/2006/relationships" id="256" r:id="R76ffcb33fbd04cd8"/>
    <p:sldId xmlns:r="http://schemas.openxmlformats.org/officeDocument/2006/relationships" id="257" r:id="Ra7e6f26d69d74746"/>
    <p:sldId xmlns:r="http://schemas.openxmlformats.org/officeDocument/2006/relationships" id="258" r:id="Ra2355468056e47d1"/>
    <p:sldId xmlns:r="http://schemas.openxmlformats.org/officeDocument/2006/relationships" id="259" r:id="R1ad790742ab144e8"/>
    <p:sldId xmlns:r="http://schemas.openxmlformats.org/officeDocument/2006/relationships" id="260" r:id="R494a2332131e4478"/>
    <p:sldId xmlns:r="http://schemas.openxmlformats.org/officeDocument/2006/relationships" id="261" r:id="Rc781f1f28c314b72"/>
    <p:sldId xmlns:r="http://schemas.openxmlformats.org/officeDocument/2006/relationships" id="262" r:id="R969372d52fc44ff3"/>
    <p:sldId xmlns:r="http://schemas.openxmlformats.org/officeDocument/2006/relationships" id="263" r:id="Rc8025e35986445f8"/>
    <p:sldId xmlns:r="http://schemas.openxmlformats.org/officeDocument/2006/relationships" id="264" r:id="Rba9a6b53ce714f43"/>
    <p:sldId xmlns:r="http://schemas.openxmlformats.org/officeDocument/2006/relationships" id="265" r:id="R18df88318bae42ac"/>
    <p:sldId xmlns:r="http://schemas.openxmlformats.org/officeDocument/2006/relationships" id="266" r:id="R18734452df6541f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58f80c33d049ca" /><Relationship Type="http://schemas.openxmlformats.org/officeDocument/2006/relationships/slideMaster" Target="/ppt/slideMasters/slideMaster1.xml" Id="Ra40dae4a47094fe7" /><Relationship Type="http://schemas.openxmlformats.org/officeDocument/2006/relationships/notesMaster" Target="/ppt/notesMasters/notesMaster1.xml" Id="Rce37d5a9964c46f7" /><Relationship Type="http://schemas.openxmlformats.org/officeDocument/2006/relationships/presProps" Target="/ppt/presProps.xml" Id="R31483ddbfbcf4acf" /><Relationship Type="http://schemas.openxmlformats.org/officeDocument/2006/relationships/tableStyles" Target="/ppt/tableStyles.xml" Id="R521ce1febfb3403e" /><Relationship Type="http://schemas.openxmlformats.org/officeDocument/2006/relationships/slide" Target="/ppt/slides/slide1.xml" Id="R76ffcb33fbd04cd8" /><Relationship Type="http://schemas.openxmlformats.org/officeDocument/2006/relationships/slide" Target="/ppt/slides/slide2.xml" Id="Ra7e6f26d69d74746" /><Relationship Type="http://schemas.openxmlformats.org/officeDocument/2006/relationships/slide" Target="/ppt/slides/slide3.xml" Id="Ra2355468056e47d1" /><Relationship Type="http://schemas.openxmlformats.org/officeDocument/2006/relationships/slide" Target="/ppt/slides/slide4.xml" Id="R1ad790742ab144e8" /><Relationship Type="http://schemas.openxmlformats.org/officeDocument/2006/relationships/slide" Target="/ppt/slides/slide5.xml" Id="R494a2332131e4478" /><Relationship Type="http://schemas.openxmlformats.org/officeDocument/2006/relationships/slide" Target="/ppt/slides/slide6.xml" Id="Rc781f1f28c314b72" /><Relationship Type="http://schemas.openxmlformats.org/officeDocument/2006/relationships/slide" Target="/ppt/slides/slide7.xml" Id="R969372d52fc44ff3" /><Relationship Type="http://schemas.openxmlformats.org/officeDocument/2006/relationships/slide" Target="/ppt/slides/slide8.xml" Id="Rc8025e35986445f8" /><Relationship Type="http://schemas.openxmlformats.org/officeDocument/2006/relationships/slide" Target="/ppt/slides/slide9.xml" Id="Rba9a6b53ce714f43" /><Relationship Type="http://schemas.openxmlformats.org/officeDocument/2006/relationships/slide" Target="/ppt/slides/slide10.xml" Id="R18df88318bae42ac" /><Relationship Type="http://schemas.openxmlformats.org/officeDocument/2006/relationships/slide" Target="/ppt/slides/slide11.xml" Id="R18734452df6541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6a16abb1eb49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4bbed3247d464f" /><Relationship Type="http://schemas.openxmlformats.org/officeDocument/2006/relationships/notesMaster" Target="/ppt/notesMasters/notesMaster1.xml" Id="Rccd199d744b245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544fb37d0f4e54" /><Relationship Type="http://schemas.openxmlformats.org/officeDocument/2006/relationships/notesMaster" Target="/ppt/notesMasters/notesMaster1.xml" Id="R619d482d48e741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ea58f64f5c4f86" /><Relationship Type="http://schemas.openxmlformats.org/officeDocument/2006/relationships/notesMaster" Target="/ppt/notesMasters/notesMaster1.xml" Id="Rd891feb230464f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9b2133d6a34c23" /><Relationship Type="http://schemas.openxmlformats.org/officeDocument/2006/relationships/notesMaster" Target="/ppt/notesMasters/notesMaster1.xml" Id="Rfeb7f43e983c43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0f994d9d584648" /><Relationship Type="http://schemas.openxmlformats.org/officeDocument/2006/relationships/notesMaster" Target="/ppt/notesMasters/notesMaster1.xml" Id="R107905ab921941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fdc56bb6c84455" /><Relationship Type="http://schemas.openxmlformats.org/officeDocument/2006/relationships/notesMaster" Target="/ppt/notesMasters/notesMaster1.xml" Id="Rdbecd24c464f40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c2ba56b49c475a" /><Relationship Type="http://schemas.openxmlformats.org/officeDocument/2006/relationships/notesMaster" Target="/ppt/notesMasters/notesMaster1.xml" Id="R3e657234a67b4d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cce3110119405b" /><Relationship Type="http://schemas.openxmlformats.org/officeDocument/2006/relationships/notesMaster" Target="/ppt/notesMasters/notesMaster1.xml" Id="R50e09a00a21244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80d3315d97466d" /><Relationship Type="http://schemas.openxmlformats.org/officeDocument/2006/relationships/notesMaster" Target="/ppt/notesMasters/notesMaster1.xml" Id="R3e97be6d0b804a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4a1947ef0f482f" /><Relationship Type="http://schemas.openxmlformats.org/officeDocument/2006/relationships/notesMaster" Target="/ppt/notesMasters/notesMaster1.xml" Id="Rd09bb0e6993044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07be60b54f4f77" /><Relationship Type="http://schemas.openxmlformats.org/officeDocument/2006/relationships/notesMaster" Target="/ppt/notesMasters/notesMaster1.xml" Id="R8df2dc9a03564c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member trust problem. Make clear this is an OCP-governed corpus proposal, not a Turbalance product booth.</a:t>
            </a:r>
          </a:p>
          <a:p xmlns:a="http://schemas.openxmlformats.org/drawingml/2006/main">
            <a:r>
              <a:t>The ladder visual introduces L6 as OCP Commons.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the proposal complements vendor QA and established benchmark suites.</a:t>
            </a:r>
          </a:p>
          <a:p xmlns:a="http://schemas.openxmlformats.org/drawingml/2006/main">
            <a:r>
              <a:t>The value is neutral cross-member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L1 to L6. Spend time on why L6 is distinct: it is not public benchmark browsing; it is member production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governance ownership by OCP. The reference implementation demonstrates one possible submission format.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operational demo path for Innovation Village.</a:t>
            </a:r>
          </a:p>
          <a:p xmlns:a="http://schemas.openxmlformats.org/drawingml/2006/main">
            <a:r>
              <a:t>Avoid promising a finished OCP backend; present a reference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the concrete schema file in the repo.</a:t>
            </a:r>
          </a:p>
          <a:p xmlns:a="http://schemas.openxmlformats.org/drawingml/2006/main">
            <a:r>
              <a:t>This slide is for engineers and OCP project contributors.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Privacy is the acceptance gate. Use this slide to invite critique from OCP members.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official Innovation Village framing is early-stage community work. Keep product discussion secondary.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overclaim. These are proposed success criteria for a pilot.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recruit collaboration. The value is shared governance.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asking for OCP project feedback and design partners.</a:t>
            </a:r>
          </a:p>
          <a:p xmlns:a="http://schemas.openxmlformats.org/drawingml/2006/main">
            <a:r>
              <a:t>Mention station proposals are due before June 30, 2026 if timing is relevant.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2f2152907e40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57193c7cd64e17" /><Relationship Type="http://schemas.openxmlformats.org/officeDocument/2006/relationships/slideLayout" Target="/ppt/slideLayouts/slideLayout1.xml" Id="Rc63ea2d60a5642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3ea2d60a5642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3e82741dc4fe7" /><Relationship Type="http://schemas.openxmlformats.org/officeDocument/2006/relationships/notesSlide" Target="/ppt/notesSlides/notesSlide1.xml" Id="Rc2d0cb5d984d47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f1d17e9644911" /><Relationship Type="http://schemas.openxmlformats.org/officeDocument/2006/relationships/notesSlide" Target="/ppt/notesSlides/notesSlide2.xml" Id="R1fa5c02a5c304f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8b99b17e544e3" /><Relationship Type="http://schemas.openxmlformats.org/officeDocument/2006/relationships/notesSlide" Target="/ppt/notesSlides/notesSlide3.xml" Id="Rd4ca59bc7d8c49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6de8fe2fd4bfb" /><Relationship Type="http://schemas.openxmlformats.org/officeDocument/2006/relationships/notesSlide" Target="/ppt/notesSlides/notesSlide4.xml" Id="R22e866bbbec540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aa478a2d843ed" /><Relationship Type="http://schemas.openxmlformats.org/officeDocument/2006/relationships/notesSlide" Target="/ppt/notesSlides/notesSlide5.xml" Id="Rd0a050c83e6d4b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cd25e6b7742e8" /><Relationship Type="http://schemas.openxmlformats.org/officeDocument/2006/relationships/notesSlide" Target="/ppt/notesSlides/notesSlide6.xml" Id="Rc8e59b8daaf947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247771e6a4b1b" /><Relationship Type="http://schemas.openxmlformats.org/officeDocument/2006/relationships/notesSlide" Target="/ppt/notesSlides/notesSlide7.xml" Id="R12231c95f96d49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d8b3ec73a4486" /><Relationship Type="http://schemas.openxmlformats.org/officeDocument/2006/relationships/notesSlide" Target="/ppt/notesSlides/notesSlide8.xml" Id="Rf00adc01f43440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a961d01031426c" /><Relationship Type="http://schemas.openxmlformats.org/officeDocument/2006/relationships/notesSlide" Target="/ppt/notesSlides/notesSlide9.xml" Id="R46d1ec74ae2d4d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ac1bc51ad42c5" /><Relationship Type="http://schemas.openxmlformats.org/officeDocument/2006/relationships/notesSlide" Target="/ppt/notesSlides/notesSlide10.xml" Id="Rd63503108d3143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d6af2c5ee4449" /><Relationship Type="http://schemas.openxmlformats.org/officeDocument/2006/relationships/notesSlide" Target="/ppt/notesSlides/notesSlide11.xml" Id="R7188b09e184142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F58108-7AA1-4323-BC06-F07697A7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OCP BENCHMARK COMMONS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897F3-097E-4DC1-8C6D-9E699370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685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rPr>
              <a:t>Member-owned L6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rPr>
              <a:t>benchmark comparisons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rPr>
              <a:t>for AI infrastructure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6DE81-0BB5-4044-96C2-7CB1B826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A proposal for OCP to host a neutral benchmark corpus so members can compare received hardware quality against comparable production hardware operated by other members.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6FB82-278F-443C-B31D-22F364E5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555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DF4DD-66BE-409F-8D3F-CC74B360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128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FBC0A6-90F4-442E-A580-5E95115C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28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Metric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3FB73-2A85-419E-9466-8694BFE0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1289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local sample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7FA54C-6A3C-4777-AB6F-BE134F9A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875" y="44386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8286C-0B32-43BA-B56D-8CA9164D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650" y="3924300"/>
            <a:ext cx="1555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53EBBE-77E9-488B-B5E7-DC30FCF1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000" y="4057650"/>
            <a:ext cx="128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0A74F0-203C-4E78-9506-C6323932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000" y="4438650"/>
            <a:ext cx="128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1:1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3C07DE-F70D-4525-B5ED-980679FB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000" y="4762500"/>
            <a:ext cx="1289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peer machine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68B9B0-5074-451B-9A03-AF602D65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925" y="44386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E876FB-87BD-419E-867D-F1EE7540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9700" y="3924300"/>
            <a:ext cx="1555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4F1294-086E-4CAC-80DE-E312C5E5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050" y="4057650"/>
            <a:ext cx="128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DE1CFA-8182-43E0-84B4-AC1B77C6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050" y="4438650"/>
            <a:ext cx="128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Rack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96DDEF-F33A-4B1A-A89F-8546A0B1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050" y="4762500"/>
            <a:ext cx="1289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local topology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A56FB2-52D9-44D0-9C33-BBDD1C01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4386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8F1BC2-B317-476D-ABEC-D7F0095E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24300"/>
            <a:ext cx="1555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6FF891-E0AF-47CB-BB3C-78ABD5F4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057650"/>
            <a:ext cx="128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25701A-1DB1-46B0-BEA9-BDAC5CAC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38650"/>
            <a:ext cx="128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Cluster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A47E82-AC7D-410F-9205-6894665E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762500"/>
            <a:ext cx="1289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shared fabric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76C833-985A-4E33-933F-FD2128A5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5025" y="44386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A0CA3E-6CA4-4B52-AE7F-5D774846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3924300"/>
            <a:ext cx="1555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E619D3-87B9-4B78-8D14-62FD8316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150" y="4057650"/>
            <a:ext cx="128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3EA49E-6F0A-4313-AAA4-8C072D09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150" y="4438650"/>
            <a:ext cx="128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Fleet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4CE2DB-710B-487F-BC23-9C10B887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150" y="4762500"/>
            <a:ext cx="1289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operator corpus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038C38-4609-4A66-B6D9-D17BD52B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5075" y="44386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B6933D-F0CC-44EB-BA38-35010ABA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850" y="3924300"/>
            <a:ext cx="1555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121EDF-A017-4611-9976-86C20038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3200" y="4057650"/>
            <a:ext cx="128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16F688-8D10-4ED3-834E-ED635792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3200" y="4438650"/>
            <a:ext cx="128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OCP Commons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23A17B-B2A5-49F2-9B39-F69E3BF9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3200" y="4762500"/>
            <a:ext cx="1289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DDF7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DF7F2"/>
                </a:solidFill>
                <a:latin typeface="Aptos"/>
                <a:ea typeface="Aptos"/>
                <a:cs typeface="Aptos"/>
              </a:rPr>
              <a:t>member corpus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4A6371-0BCC-405E-95E0-6BFE8914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38200"/>
            <a:ext cx="2571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A43759-D090-4E7A-B2E6-14389676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904875"/>
            <a:ext cx="2305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7A4A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4A00"/>
                </a:solidFill>
                <a:latin typeface="Aptos"/>
                <a:ea typeface="Aptos"/>
                <a:cs typeface="Aptos"/>
              </a:rPr>
              <a:t>Innovation Village station proposal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103F8F-0476-4D23-9C1F-D32BAC65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19200"/>
            <a:ext cx="29146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F4F1"/>
          </a:solidFill>
          <a:ln xmlns:a="http://schemas.openxmlformats.org/drawingml/2006/main" w="9525">
            <a:solidFill>
              <a:srgbClr val="E3F4F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FCCEFB-3CAA-4966-8155-01F36378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28587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B4F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4A"/>
                </a:solidFill>
                <a:latin typeface="Aptos"/>
                <a:ea typeface="Aptos"/>
                <a:cs typeface="Aptos"/>
              </a:rPr>
              <a:t>Non-commercial community contribution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2A0C51-5978-4E39-8050-1629D861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C80"/>
                </a:solidFill>
                <a:latin typeface="Aptos"/>
                <a:ea typeface="Aptos"/>
                <a:cs typeface="Aptos"/>
              </a:rPr>
              <a:t>OCP Benchmark Commons proposal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49B876-99D7-495D-8BE4-B6A4840C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C80"/>
                </a:solidFill>
                <a:latin typeface="Aptos"/>
                <a:ea typeface="Aptos"/>
                <a:cs typeface="Aptos"/>
              </a:rPr>
              <a:t>1/11</a:t>
            </a:r>
          </a:p>
        </p:txBody>
      </p:sp>
    </p:spTree>
    <p:extLst>
      <p:ext uri="{BB962C8B-B14F-4D97-AF65-F5344CB8AC3E}">
        <p14:creationId xmlns:p14="http://schemas.microsoft.com/office/powerpoint/2010/main" val="10159033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EEA9A7-AE9E-4E96-B261-F88CA59B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9224D-364B-4702-A7A1-A38BEDCC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rPr>
              <a:t>Hardware quality comparison is still siloed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CAC1D-DA5C-4AEE-A84F-FF31A05E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Members can benchmark locally, but cross-member production context is missing.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48617-418A-42B7-BFF4-CF7DB2E2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E0966-3755-411C-A308-F6FA6D7B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273FB-0229-4BDF-AB18-67618E75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873DD-B16B-48BF-8F5D-F6A1404D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Member reality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5E66D-0036-41AA-B498-F0E328FD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9950"/>
            <a:ext cx="2762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Each operator can compare against its own fleet, but new deliveries often lack a neutral production baseline.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BF4171-91C2-48A3-8B8D-6405F511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5750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04966-7D3F-44E7-8F22-F0971DC5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575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142D9F-E748-4894-861C-B1858CCD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289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Vendor reality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B7007-A95D-4AF2-960D-A5274DE9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409950"/>
            <a:ext cx="2762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Vendors can provide reference numbers, but those comparisons are usually bounded by hardware they own or select.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7318FB-841A-43A1-B3B5-82AC091E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43EE1E-1DF1-4AC1-9405-56D393DE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C169D8-64B7-4F6E-8EBB-4D58C7CC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OCP opportunity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DED250-932D-4A20-91AC-B51D308E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9950"/>
            <a:ext cx="2762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A member-governed corpus can make delivered hardware quality visible across buyers while preserving confidentiality.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2281F8-0D9D-4EC2-B2D8-A627676F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C80"/>
                </a:solidFill>
                <a:latin typeface="Aptos"/>
                <a:ea typeface="Aptos"/>
                <a:cs typeface="Aptos"/>
              </a:rPr>
              <a:t>OCP Benchmark Commons proposal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02AE63-E200-4522-BC1D-9E296BD9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C80"/>
                </a:solidFill>
                <a:latin typeface="Aptos"/>
                <a:ea typeface="Aptos"/>
                <a:cs typeface="Aptos"/>
              </a:rPr>
              <a:t>2/11</a:t>
            </a:r>
          </a:p>
        </p:txBody>
      </p:sp>
    </p:spTree>
    <p:extLst>
      <p:ext uri="{BB962C8B-B14F-4D97-AF65-F5344CB8AC3E}">
        <p14:creationId xmlns:p14="http://schemas.microsoft.com/office/powerpoint/2010/main" val="10481113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B451C0-E71C-4603-A910-9317AA17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BENCHMARK LADDER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97231-2AFC-49A9-87F9-5D105C13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rPr>
              <a:t>L6 turns fleet telemetry into an OCP community asset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7D70BA-7475-45E3-B1F4-0094CB22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Local, peer, rack, cluster, and fleet comparisons remain necessary; OCP Commons adds neutral outside context.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00596-79EB-48E4-BB8A-7EB58FC0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C5753-D0D5-4ABE-AE0D-3290CFCA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CEE56-2933-4EE7-9F0E-F0578606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C18CB-02EB-417E-8F85-EDC2330E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Metric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C406C-EE39-4806-B36B-F738726C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local sample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684BAA-02EC-4EDE-981B-8909D350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2575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32ED4-F4B1-49A4-A848-D474C4D3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4320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479BAA-C325-4EE0-9EA0-B1A3F5A6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765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2E56CF-517F-4489-8C59-8C41FCB2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2575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1:1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D34D61-4FDC-4894-90F1-17729159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581400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peer machine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36893-374C-4D19-AD21-FDC15C4B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2575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5AC275-EB78-4A59-9A45-2CC44191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4320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14EE8B-29A9-4D42-ADAC-82DB4250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765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1CAF7A-666E-420A-A8E6-0EF848F8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575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Rack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D790BE-6088-4262-97A7-1474A3D9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81400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local topology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EDDC14-BFE8-4C84-8DD9-4ADD33C5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2575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548196-B8B4-4489-9A0A-BAFEA9A2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4320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44E7F1-2933-4FF5-BF13-00841659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765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082297-F1EB-4240-AA34-0A0140F2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575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108491-5505-447E-B7CF-F85BAB4F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81400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shared fabric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BC3BCA-F6B7-47AD-B4B1-0D313A9B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575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8F32B3-413D-4BF4-BF65-C1334BDC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4320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1CFF2C-7CBF-47DB-B195-4436A7E6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765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3170B7-0571-419B-934F-1DEC2176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575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Fleet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753BEF-A354-437E-AAC9-E46606FE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81400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operator corpus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3D350D-140B-4499-81BC-702243D1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575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F0E7C2-F43C-4605-A792-9A92969E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4320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2184DE-4A4A-4E55-8907-FB98569A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765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57CB8E-A25C-44A9-92A7-9DBE3510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575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OCP Commons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811FE3-A57B-4610-9198-D884D767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81400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DDF7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DF7F2"/>
                </a:solidFill>
                <a:latin typeface="Aptos"/>
                <a:ea typeface="Aptos"/>
                <a:cs typeface="Aptos"/>
              </a:rPr>
              <a:t>member corpus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A9D080-811C-4F7B-A0CF-640D0544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00550"/>
            <a:ext cx="8572500" cy="1162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3F4F1"/>
          </a:solidFill>
          <a:ln xmlns:a="http://schemas.openxmlformats.org/drawingml/2006/main" w="9525">
            <a:solidFill>
              <a:srgbClr val="B7E2D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70A13D-F071-4C69-AEC5-0A878548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720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4F4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4F4A"/>
                </a:solidFill>
                <a:latin typeface="Aptos"/>
                <a:ea typeface="Aptos"/>
                <a:cs typeface="Aptos"/>
              </a:rPr>
              <a:t>L6 signal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EAF06B-052B-4460-B9B1-9CFF3FFB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149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Peer count, percentile, hardware class, and binning come from an OCP-governed member corpus. Local machines without corpus results can export redacted records for validation.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DBC858-076F-4D7A-A60D-64083D6B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C80"/>
                </a:solidFill>
                <a:latin typeface="Aptos"/>
                <a:ea typeface="Aptos"/>
                <a:cs typeface="Aptos"/>
              </a:rPr>
              <a:t>OCP Benchmark Commons proposal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EEA8DE-889A-4DBA-AF6A-E2660732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C80"/>
                </a:solidFill>
                <a:latin typeface="Aptos"/>
                <a:ea typeface="Aptos"/>
                <a:cs typeface="Aptos"/>
              </a:rPr>
              <a:t>3/11</a:t>
            </a:r>
          </a:p>
        </p:txBody>
      </p:sp>
    </p:spTree>
    <p:extLst>
      <p:ext uri="{BB962C8B-B14F-4D97-AF65-F5344CB8AC3E}">
        <p14:creationId xmlns:p14="http://schemas.microsoft.com/office/powerpoint/2010/main" val="15618300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AF2157-63DC-4F51-B7ED-D5DBF2BA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WHAT OCP HOSTS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EA73E-BCCD-405F-9F1D-92E2887A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rPr>
              <a:t>A neutral corpus, not another vendor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2CCD9-1BEC-4D38-9B3A-6B53B4C8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OCP owns the governance questions that no single vendor should decide alone.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3705A-F182-41DC-92E2-FAD9EC3D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EF71A-04B5-4D80-AF10-14EB9A26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2428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A2488E-5FDC-4653-98F4-203EF78F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762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7FABE-4A5C-4ED8-8AFA-1F4D4C22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19400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Corpus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47F83-DAB2-4C6F-A890-AF62436F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2047875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Submitted benchmark records grouped by hardware class and configuration fingerprint.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6C5D3-D94E-4D02-A508-19F1EFF1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47950"/>
            <a:ext cx="2428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A9D70-896C-4B55-89B1-BC590405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47950"/>
            <a:ext cx="762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7649A-C2F8-434E-B025-E6E99B57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19400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091C80-4658-45AA-B197-81FD0730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00400"/>
            <a:ext cx="2047875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Schema checks, provenance rules, freshness windows, and retest policy.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2F6731-B603-441A-A0D1-7DCD5158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47950"/>
            <a:ext cx="2428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124F33-D393-4618-957F-AD1C77E8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47950"/>
            <a:ext cx="762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1C2495-2CB0-46BD-B14E-61331DD2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19400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Privacy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D97637-BB72-47F4-9AC2-34AC5FFA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00400"/>
            <a:ext cx="2047875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Salted member, host, and run hashes. No host, IP, tenant, account, or billing identity.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33A07F-A8CB-433B-B330-48D16BC6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647950"/>
            <a:ext cx="2428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B28881-3761-4B36-A1CB-A98E1102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647950"/>
            <a:ext cx="762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2E2E98-E11A-49F4-A500-DD9BEC07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819400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Member outputs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D9D40F-BF63-4658-A105-AA80CF1A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200400"/>
            <a:ext cx="2047875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Aggregate percentile bands, peer counts, and hardware bin labels once thresholds are met.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594086-573D-4885-876D-BF722E39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C80"/>
                </a:solidFill>
                <a:latin typeface="Aptos"/>
                <a:ea typeface="Aptos"/>
                <a:cs typeface="Aptos"/>
              </a:rPr>
              <a:t>OCP Benchmark Commons proposal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8BBE7F-7585-4427-BEF3-51C3DAA0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C80"/>
                </a:solidFill>
                <a:latin typeface="Aptos"/>
                <a:ea typeface="Aptos"/>
                <a:cs typeface="Aptos"/>
              </a:rPr>
              <a:t>4/11</a:t>
            </a:r>
          </a:p>
        </p:txBody>
      </p:sp>
    </p:spTree>
    <p:extLst>
      <p:ext uri="{BB962C8B-B14F-4D97-AF65-F5344CB8AC3E}">
        <p14:creationId xmlns:p14="http://schemas.microsoft.com/office/powerpoint/2010/main" val="4153840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CDB90A-3D86-4593-AAB2-4720DA1C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REFERENCE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98D68-C4C5-4CF8-B182-ABDEADDF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rPr>
              <a:t>Collect, redact, validate, aggregate, import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85F22-0DAA-48EC-BBF1-0EE24FB5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A simple path lets members contribute without exposing operational identity.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BD2BD-7F14-4335-8784-CDBA338D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504A0-3464-439F-B01C-452FD331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99644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85836-56F7-4F2D-B0D3-F9D50F5D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FB70B-65B9-490A-85A9-15491D37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16916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Collect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37A1F-44D6-4735-AFAE-83F84F33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169164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Run local benchmark and telemetry collection with source provenance.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A9E9E-3C43-47D6-8CB3-D6E44DA4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0815" y="35052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AB189-730B-4501-84C6-1D16FFAF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" y="2724150"/>
            <a:ext cx="199644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663F7-2D44-4F42-B1D0-9679C18A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28575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EAC435-F80E-4BF0-B1BA-628FF591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3200400"/>
            <a:ext cx="16916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Redact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46C8CD-93BF-43F7-9916-8B720A7F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3657600"/>
            <a:ext cx="169164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Hash member, run, and host identity; exclude tenant and billing fields.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E07355-F3FB-49A8-B1D7-A364BCA2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8705" y="35052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F62242-F09C-4359-9CC2-CB546EAB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630" y="2724150"/>
            <a:ext cx="199644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209AAC-FB25-4C5A-A28B-62D324E4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030" y="28575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EF1530-202C-4727-A7C4-DA13FBA6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030" y="3200400"/>
            <a:ext cx="16916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C6A8A6-D191-4B65-AE1C-54276373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030" y="3657600"/>
            <a:ext cx="169164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Check schema, suite, freshness, and required hardware context.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39580C-F293-41F6-AE69-1D350201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6595" y="35052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CB3AB3-70E1-4E76-8EF5-DCE30DA5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8520" y="2724150"/>
            <a:ext cx="199644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B5A801-8D49-46AD-8F12-5658A908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8575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079088-74F5-4C0A-B887-E5CE5F59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200400"/>
            <a:ext cx="16916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Aggregate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4BC03E-1BB3-42B3-9DEC-2D49F40E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733800"/>
            <a:ext cx="169164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Publish peer counts and bins only after visibility thresholds.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F840C8-9744-49BF-8B33-98A8DD5F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4485" y="35052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8B523F-6AD9-4CDB-A654-0909E4B4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410" y="2724150"/>
            <a:ext cx="199644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C37438-DF25-45F1-AC32-CC4F5543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810" y="28575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792B3C-9822-4807-9136-FB01EF91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810" y="3200400"/>
            <a:ext cx="16916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Import L6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06D532-1E43-4D79-89C1-B54F4BEA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810" y="3657600"/>
            <a:ext cx="169164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Members receive percentile/bin fields for their Benchmark Ladder.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EE9232-C7E6-4A99-B72C-E7E63C35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C80"/>
                </a:solidFill>
                <a:latin typeface="Aptos"/>
                <a:ea typeface="Aptos"/>
                <a:cs typeface="Aptos"/>
              </a:rPr>
              <a:t>OCP Benchmark Commons proposal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20AD0A-E7B0-4BFC-B2BC-9B700DEB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C80"/>
                </a:solidFill>
                <a:latin typeface="Aptos"/>
                <a:ea typeface="Aptos"/>
                <a:cs typeface="Aptos"/>
              </a:rPr>
              <a:t>5/11</a:t>
            </a:r>
          </a:p>
        </p:txBody>
      </p:sp>
    </p:spTree>
    <p:extLst>
      <p:ext uri="{BB962C8B-B14F-4D97-AF65-F5344CB8AC3E}">
        <p14:creationId xmlns:p14="http://schemas.microsoft.com/office/powerpoint/2010/main" val="10707041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B690DE-A3C0-4092-85C1-7C320E0E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DATA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3104A0-67C7-4F60-89C5-8763D2EA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rPr>
              <a:t>Small enough for OCP to govern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4CCF9-3EAB-45CA-9794-D3982F02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The v1 export shape is intentionally minimal and open to community revision.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AD6E5-1B68-4D15-BB4C-71D3F85A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3BAC2-0DF3-4AA2-8735-1268A06D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355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728"/>
          </a:solidFill>
          <a:ln xmlns:a="http://schemas.openxmlformats.org/drawingml/2006/main" w="9525">
            <a:solidFill>
              <a:srgbClr val="18272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69C2A-75E3-4EF9-BEA3-02D6B402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332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B4F976-E15A-4A97-B67F-63C5EDB0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571750"/>
            <a:ext cx="355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728"/>
          </a:solidFill>
          <a:ln xmlns:a="http://schemas.openxmlformats.org/drawingml/2006/main" w="9525">
            <a:solidFill>
              <a:srgbClr val="18272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77FB90-6F30-4876-83BE-C09DCF60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2686050"/>
            <a:ext cx="332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Examples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EAFB8D-72AD-474F-8E0A-0E819E88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571750"/>
            <a:ext cx="355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728"/>
          </a:solidFill>
          <a:ln xmlns:a="http://schemas.openxmlformats.org/drawingml/2006/main" w="9525">
            <a:solidFill>
              <a:srgbClr val="18272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18959-340F-4DD9-92FF-B464DF6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686050"/>
            <a:ext cx="332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DB9B8-08F9-45E1-8878-5ED4F9DF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355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6F4803-5007-44D4-8DEA-8A3907A6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332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Benchmark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014EE-735D-43B8-9FD2-EF067D16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3105150"/>
            <a:ext cx="355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F8E8C5-CF59-4F53-8980-0F9D2232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3200400"/>
            <a:ext cx="332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suite, status, duration, freshness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2F762B-B868-4F72-B16E-818A9F1A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3105150"/>
            <a:ext cx="355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461ED9-3739-4B9E-B9FC-2D1F70B0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3200400"/>
            <a:ext cx="332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Prevents stale or incomparable samples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D211AC-2256-4856-A7E8-A4B4B81B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355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88C22E-CA05-4F09-8905-1F0BBEAC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332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Hardware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04CD77-4A44-466A-8D92-C9043A88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3638550"/>
            <a:ext cx="355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151955-9566-45A2-8003-7906F1B3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3733800"/>
            <a:ext cx="332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class, config fingerprint, CPU/GPU/network context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20786C-10DE-4254-A5F6-6556B959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3638550"/>
            <a:ext cx="355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9B6D06-7406-401D-9816-3671638B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3733800"/>
            <a:ext cx="332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Enables fair peer grouping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53870B-6A53-44F4-B3E7-C04A7D58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355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9A2D90-CFD9-4B0D-8EBB-DCE7119E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332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488A10-66BF-418F-A6C6-EDCE1FE1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171950"/>
            <a:ext cx="355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C94BD3-3FE4-425D-9D02-74DB5149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4267200"/>
            <a:ext cx="332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CPU, memory, disk, network, GPU, composite score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66DF47-00A7-47E7-9BA4-25B0668D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4171950"/>
            <a:ext cx="355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60C4B8-57CA-4C0E-8DFE-E21175E4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4267200"/>
            <a:ext cx="332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Supports cross-domain comparison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D4A09B-BC84-49C6-B09C-4AEA2A61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355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530097-CDE2-4FD5-8ADC-74C3CEE7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00600"/>
            <a:ext cx="332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Corpus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133B98-B292-47E7-BABA-4BA652CF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705350"/>
            <a:ext cx="355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E27AE8-9F5A-4053-A601-993067A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4800600"/>
            <a:ext cx="332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peer count, percentile, score, bin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49B96E-CF16-4A52-A8B8-2623A584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4705350"/>
            <a:ext cx="355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9874B5-CE15-46BB-BE97-AD21B9A9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4800600"/>
            <a:ext cx="332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Returns the L6 comparison signal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BE45EB-DD26-4E9D-B62D-46B680A2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355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172B07-A8A2-4697-ACBD-20052B79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332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Policy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131675-FC4E-4CCD-A85A-1FC23658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5238750"/>
            <a:ext cx="355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3BAB51-BCD8-45AB-B72E-2653F3FD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5334000"/>
            <a:ext cx="332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salted hashes, prohibited fields, intended use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A7C423-FF68-453A-A63A-6D0A6431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5238750"/>
            <a:ext cx="355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8CD32B-E814-40EC-8064-5E956A4F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5334000"/>
            <a:ext cx="332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Keeps member identity out of shared records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679FE4-16C5-4444-9648-AB985EF1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C80"/>
                </a:solidFill>
                <a:latin typeface="Aptos"/>
                <a:ea typeface="Aptos"/>
                <a:cs typeface="Aptos"/>
              </a:rPr>
              <a:t>OCP Benchmark Commons proposal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1A4F10-B68B-42AB-9878-0AE63B92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C80"/>
                </a:solidFill>
                <a:latin typeface="Aptos"/>
                <a:ea typeface="Aptos"/>
                <a:cs typeface="Aptos"/>
              </a:rPr>
              <a:t>6/11</a:t>
            </a:r>
          </a:p>
        </p:txBody>
      </p:sp>
    </p:spTree>
    <p:extLst>
      <p:ext uri="{BB962C8B-B14F-4D97-AF65-F5344CB8AC3E}">
        <p14:creationId xmlns:p14="http://schemas.microsoft.com/office/powerpoint/2010/main" val="15453137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EC6A8E-3F01-4927-89DC-E194BEF2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PRIVACY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F34EE3-BA23-4BD6-AF03-D542EAE8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rPr>
              <a:t>Useful comparison without operational identity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CD7B5-E85E-4143-877D-9B5AA6BD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The Commons should be designed so members can contribute confidently.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D497C-368D-4C30-9D5E-0B94C9D3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57DF4-DD25-4D57-8B9B-6D6DAE24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2428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EE4E2"/>
          </a:solidFill>
          <a:ln xmlns:a="http://schemas.openxmlformats.org/drawingml/2006/main" w="9525">
            <a:solidFill>
              <a:srgbClr val="F9B4A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7A7D9C-9E6A-4F97-AC83-028A9ED8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762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D0656-D640-418A-BDDE-F4B0F1DF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19400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No raw identity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7C442-7668-43D3-92AE-B57BE73F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2047875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No hostname, IP address, tenant ID, account ID, or billing account ID in the export.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B0D02-2459-44A8-AF59-01D02D4C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47950"/>
            <a:ext cx="2428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E7C66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5EB373-90A2-4018-9EFA-533D54F6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47950"/>
            <a:ext cx="762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F1A0D-9FC8-4598-AB9F-46307F73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19400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Salted hashes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A031EC-F634-4988-A486-4AE47B6C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00400"/>
            <a:ext cx="2047875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Member, host, and run IDs become stable hashes scoped to the submission salt.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CDA8C0-8AED-4256-9F5A-64D3BC04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47950"/>
            <a:ext cx="2428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3F4F1"/>
          </a:solidFill>
          <a:ln xmlns:a="http://schemas.openxmlformats.org/drawingml/2006/main" w="9525">
            <a:solidFill>
              <a:srgbClr val="B7E2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601089-4731-408F-B4AE-5BFBB7DF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47950"/>
            <a:ext cx="762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3F92D3-FD75-4BAF-B9F0-4B53E140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19400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Aggregate visibility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CA3AAB-9906-4AF0-BE87-7AFF885C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00400"/>
            <a:ext cx="2047875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Peer results are shown only when OCP-defined thresholds are satisfied.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D6E27F-B804-469D-9D2B-4A35B069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647950"/>
            <a:ext cx="2428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A7E6B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2146FF-C03D-4017-9317-971D2462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647950"/>
            <a:ext cx="762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F28724-2869-4118-B2B2-ABECEAD7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819400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Governed access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0FA79B-BA1C-496B-91DA-92F88716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200400"/>
            <a:ext cx="2047875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OCP defines member, vendor, and public visibility separately.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9B3467-EB81-4C22-94EA-44FB25F8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C80"/>
                </a:solidFill>
                <a:latin typeface="Aptos"/>
                <a:ea typeface="Aptos"/>
                <a:cs typeface="Aptos"/>
              </a:rPr>
              <a:t>OCP Benchmark Commons proposal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4675A0-294F-48F8-8184-86B93B8C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C80"/>
                </a:solidFill>
                <a:latin typeface="Aptos"/>
                <a:ea typeface="Aptos"/>
                <a:cs typeface="Aptos"/>
              </a:rPr>
              <a:t>7/11</a:t>
            </a:r>
          </a:p>
        </p:txBody>
      </p:sp>
    </p:spTree>
    <p:extLst>
      <p:ext uri="{BB962C8B-B14F-4D97-AF65-F5344CB8AC3E}">
        <p14:creationId xmlns:p14="http://schemas.microsoft.com/office/powerpoint/2010/main" val="14493799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D87D29-2938-4377-8517-7B4FB430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INNOVATION VILLAGE STATION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6B2C1-DDFB-4C6D-AB13-41E52171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rPr>
              <a:t>A hands-on standards conversation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5F7B8-EB38-43B3-B320-FA2DA354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Visitors should experience the workflow and help shape the OCP governance questions.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1C2C5-5C8D-45CF-B6A3-8EC4B879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CA4EF-BA9E-4152-8FB2-FFE2308B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BF380-D13E-40A5-997C-69D0C3E8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88C0B-8A52-4D28-B731-30E22D9F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Live ladder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A5A8C-6552-4BA7-A0A1-873D8184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2762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Show L1-L6 with OCP Commons highlighted and corpus fields visible.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1E5F5-7353-42AE-982B-347F2B8A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47950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42F19-8E42-46D0-AEFC-A6972932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479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2E2D22-E392-497E-A662-0CE3AF3B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194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Export table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536E2-62B1-4791-88FB-D82C60F5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00400"/>
            <a:ext cx="2762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Show a local machine becoming a redacted Commons record.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510CF4-802F-4C51-A109-262BB2F3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4B74B8-6CC0-4EF2-A21B-FD910457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C099F4-6CFE-41FF-A273-FC44D220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194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Governance wall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EBB947-BE25-43BC-B844-2890A690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00400"/>
            <a:ext cx="2762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Collect member input on suites, k-anonymity, bins, and vendor response.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8E563B-E0F1-42DF-98D4-72BB162D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C80"/>
                </a:solidFill>
                <a:latin typeface="Aptos"/>
                <a:ea typeface="Aptos"/>
                <a:cs typeface="Aptos"/>
              </a:rPr>
              <a:t>OCP Benchmark Commons proposal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BA26A7-0693-4D55-A572-6857A143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C80"/>
                </a:solidFill>
                <a:latin typeface="Aptos"/>
                <a:ea typeface="Aptos"/>
                <a:cs typeface="Aptos"/>
              </a:rPr>
              <a:t>8/11</a:t>
            </a:r>
          </a:p>
        </p:txBody>
      </p:sp>
    </p:spTree>
    <p:extLst>
      <p:ext uri="{BB962C8B-B14F-4D97-AF65-F5344CB8AC3E}">
        <p14:creationId xmlns:p14="http://schemas.microsoft.com/office/powerpoint/2010/main" val="10198260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44C4C9-3D44-4F5C-A593-F7CD7DF4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DESIGN-PARTNER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2D6D8-6A80-4495-80EB-173CDE2E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rPr>
              <a:t>Start narrow, prove trust, then expand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EC001-72D5-4C72-884D-9DEEB5E7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The pilot should demonstrate technical feasibility and member confidence before broad corpus ambitions.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FBF2A3-F345-4990-97B0-60223826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61E81-2CC1-4B4B-BA1A-B9CD155D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2395538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7989B-AD70-4F99-BB73-69DEDEF6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F2E55-01D4-4C20-9BEE-0EEAB471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209073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2-3 members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3B65A-296D-4D17-AA29-5FA52283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209073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Export records from production-like hardware with explicit privacy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A9505-3DAC-413F-9BFD-31A2BCB8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353377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8EF4C5-C4D7-44B7-9120-02123C56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2762250"/>
            <a:ext cx="2395538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E69B0-BCB7-43D3-B395-F4E65EA3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9988" y="28956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376652-6E1F-4822-A43F-89446C77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9988" y="3238500"/>
            <a:ext cx="209073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2 hardware classes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D2733F-1067-4C79-91B3-56996A16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9988" y="3695700"/>
            <a:ext cx="209073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Reach enough records to produce useful bands for at least two classes.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0ADB37-4A6E-4349-90BF-F22FF7D3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53377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565296-02E6-44E5-A16A-A9379CD8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762250"/>
            <a:ext cx="2395538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78166E-FEA0-4DAD-B5B7-AAE58CAD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8956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323FD1-2D14-460C-AEAF-58320E71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238500"/>
            <a:ext cx="209073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1 variance finding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9662E9-5BDA-4DF0-A597-BE21BFAB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95700"/>
            <a:ext cx="209073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Identify a hardware, firmware, thermal, power, or configuration variance.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E208E9-99EB-4DDE-9AD2-8DE663F9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9638" y="353377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29B3E4-44EC-48C7-A0E1-6C91C132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563" y="2762250"/>
            <a:ext cx="2395538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B1A34C-85ED-482F-8FED-80AC1B0F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963" y="28956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7CCF50-DA6D-4DBC-A4AE-F2B7BA9D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963" y="3238500"/>
            <a:ext cx="209073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OCP home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79D537-A543-4151-B061-948D75A6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963" y="3695700"/>
            <a:ext cx="209073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Choose project stewardship for schema, validation, and governance.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D181D4-AE9E-4977-B570-B6D2B86B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C80"/>
                </a:solidFill>
                <a:latin typeface="Aptos"/>
                <a:ea typeface="Aptos"/>
                <a:cs typeface="Aptos"/>
              </a:rPr>
              <a:t>OCP Benchmark Commons proposal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7CE90E-34CD-4C97-83BE-BFA7B055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C80"/>
                </a:solidFill>
                <a:latin typeface="Aptos"/>
                <a:ea typeface="Aptos"/>
                <a:cs typeface="Aptos"/>
              </a:rPr>
              <a:t>9/11</a:t>
            </a:r>
          </a:p>
        </p:txBody>
      </p:sp>
    </p:spTree>
    <p:extLst>
      <p:ext uri="{BB962C8B-B14F-4D97-AF65-F5344CB8AC3E}">
        <p14:creationId xmlns:p14="http://schemas.microsoft.com/office/powerpoint/2010/main" val="4093345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8A7A19-C122-4B5E-B951-FD541F3D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GOVERNANCE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4AC28-4294-4F57-9784-C19A5866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rPr>
              <a:t>The hard parts are exactly why OCP should host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7E7AC-8338-49C4-9FB7-D413177B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A credible Commons needs community answers, not defaults hidden in a product.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B943D-9424-43EB-9E8C-644B0E63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AA38E-E526-497C-93E4-38558627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485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728"/>
          </a:solidFill>
          <a:ln xmlns:a="http://schemas.openxmlformats.org/drawingml/2006/main" w="9525">
            <a:solidFill>
              <a:srgbClr val="18272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6AF97-6AF4-47D5-9B75-9DE1E41B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8605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070F9-561C-4A0D-AAE3-B32AE520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485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728"/>
          </a:solidFill>
          <a:ln xmlns:a="http://schemas.openxmlformats.org/drawingml/2006/main" w="9525">
            <a:solidFill>
              <a:srgbClr val="18272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708209-EE56-487A-836E-45A0104B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OCP-owned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51A79-7DA7-41FE-9631-15239427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24200"/>
            <a:ext cx="485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44E147-58BC-43A4-824F-DDBF11C8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1945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Suites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52C58A-B1AF-4D1D-97D9-46E0064F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24200"/>
            <a:ext cx="485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4EB22-13BB-409F-90E1-D2C7DC1C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1945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Which benchmarks are required by hardware class?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8D3D2-44D3-4276-91FF-8ACA6695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485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354995-616D-41D3-8EB3-F5216FC8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7190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7140FD-8DC9-4C9A-8DC0-488E184B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76650"/>
            <a:ext cx="485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D076CD-4220-436A-BF60-53E26F28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7190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What k-anonymity threshold unlocks percentiles or bins?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17E7F0-A87B-44F3-8323-337BBD60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29100"/>
            <a:ext cx="485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0D90E3-7631-4278-9887-A01AE74D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2435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Normalization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2219A8-A572-449D-9CCE-E3418271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29100"/>
            <a:ext cx="485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1DE2EE-DF63-404A-BABE-E6756737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2435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Which firmware, power, thermal, and network context is mandatory?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60D3B0-91A7-4C9C-8068-4C8CE638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81550"/>
            <a:ext cx="485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5DAED6-430D-4EE5-9191-E28D53AA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7680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Vendor response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30DFF7-F8A3-467C-94A4-5A6B26F1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81550"/>
            <a:ext cx="485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55A248-186E-4891-AA67-02BA8ABD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7680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How should poor-bin findings be reviewed or retested?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F690E4-90C6-4999-8822-16F62F90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0"/>
            <a:ext cx="485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DEAC63-2E1F-453C-A8DC-A7834CC6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2925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Access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9C9E9B-1743-4170-9B06-DD543EA9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34000"/>
            <a:ext cx="485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7E5C65-8E0B-44B5-B5D1-89D1F114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2925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What can members, vendors, and public audiences see?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0A0878-C37F-4BD2-8A6A-FD0C97CF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C80"/>
                </a:solidFill>
                <a:latin typeface="Aptos"/>
                <a:ea typeface="Aptos"/>
                <a:cs typeface="Aptos"/>
              </a:rPr>
              <a:t>OCP Benchmark Commons proposal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ED7EC7-E5AF-44BD-9E7A-B5AE80F4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C80"/>
                </a:solidFill>
                <a:latin typeface="Aptos"/>
                <a:ea typeface="Aptos"/>
                <a:cs typeface="Aptos"/>
              </a:rPr>
              <a:t>10/11</a:t>
            </a:r>
          </a:p>
        </p:txBody>
      </p:sp>
    </p:spTree>
    <p:extLst>
      <p:ext uri="{BB962C8B-B14F-4D97-AF65-F5344CB8AC3E}">
        <p14:creationId xmlns:p14="http://schemas.microsoft.com/office/powerpoint/2010/main" val="10865440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D993CA-B6A9-4568-9F2D-EAD38F35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83920-2502-44DB-8E27-780FB411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rPr>
              <a:t>Make cross-member hardware quality measurable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E9AB2-1E78-4CA7-B69C-6E796D85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Proposed next step: use Innovation Village to form the Benchmark Commons working conversation.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37959-33E3-44A1-A654-2AB17FED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04BF0-D32D-4995-8F8E-47BB842E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8280F-4CCC-4EC9-A0DB-543DD65C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F6A3BA-E6C5-489B-BD32-80593575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For OCP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7BCFB-826B-45B8-898F-B80D67C9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2762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Host the community discussion and identify a project home for v1 governance.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147F07-054B-467D-BFC7-816286CB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860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CB39BC-9FB7-45A5-8C08-7E78174E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860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2FD8E7-6B8F-46DC-9D54-68AD4C21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575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For members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6D9BD-B1DC-47F7-87DC-AAC61C93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38500"/>
            <a:ext cx="2762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Join the pilot and test whether redacted exports preserve trust and usefulness.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88718C-01BD-4C04-8A19-C527B7CB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860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83E6C6-7254-4439-865E-35373786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860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08695F-56CB-4631-B34F-D40DC725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For vendors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8A9F2F-D41A-411D-9697-8E55AE37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0"/>
            <a:ext cx="2762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Help define fair grouping, retest rules, and response paths for variance findings.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76E5C0-5C40-47B0-8935-4D6331CF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Sources: OCP Innovation Village page; Turbalance proposal docs and reference schema.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5AD2C7-61B8-40F9-86AA-CFAB734F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C80"/>
                </a:solidFill>
                <a:latin typeface="Aptos"/>
                <a:ea typeface="Aptos"/>
                <a:cs typeface="Aptos"/>
              </a:rPr>
              <a:t>OCP Benchmark Commons proposal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9D7903-16CF-4D60-9BF3-61AF3E26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C80"/>
                </a:solidFill>
                <a:latin typeface="Aptos"/>
                <a:ea typeface="Aptos"/>
                <a:cs typeface="Aptos"/>
              </a:rPr>
              <a:t>11/11</a:t>
            </a:r>
          </a:p>
        </p:txBody>
      </p:sp>
    </p:spTree>
    <p:extLst>
      <p:ext uri="{BB962C8B-B14F-4D97-AF65-F5344CB8AC3E}">
        <p14:creationId xmlns:p14="http://schemas.microsoft.com/office/powerpoint/2010/main" val="19078270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2026-06-17T03:47:35.6950000Z</dcterms:created>
  <dcterms:modified xsi:type="dcterms:W3CDTF">2026-06-17T03:47:35.6950000Z</dcterms:modified>
</coreProperties>
</file>