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8ee624bfb84be1" /><Relationship Type="http://schemas.openxmlformats.org/officeDocument/2006/relationships/extended-properties" Target="/docProps/app.xml" Id="Rbf281293bdcd4b93" /><Relationship Type="http://schemas.openxmlformats.org/officeDocument/2006/relationships/officeDocument" Target="/ppt/presentation.xml" Id="R9b1a85355a3a4e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90cdb8cfe34d8e"/>
  </p:sldMasterIdLst>
  <p:notesMasterIdLst>
    <p:notesMasterId xmlns:r="http://schemas.openxmlformats.org/officeDocument/2006/relationships" r:id="R23ef81fa80bb4ceb"/>
  </p:notesMasterIdLst>
  <p:sldIdLst>
    <p:sldId xmlns:r="http://schemas.openxmlformats.org/officeDocument/2006/relationships" id="256" r:id="Rafb09d8b075a4438"/>
    <p:sldId xmlns:r="http://schemas.openxmlformats.org/officeDocument/2006/relationships" id="257" r:id="R0aa009168df14d79"/>
    <p:sldId xmlns:r="http://schemas.openxmlformats.org/officeDocument/2006/relationships" id="258" r:id="R62815944dd3e4837"/>
    <p:sldId xmlns:r="http://schemas.openxmlformats.org/officeDocument/2006/relationships" id="259" r:id="R60b6fde1b9524094"/>
    <p:sldId xmlns:r="http://schemas.openxmlformats.org/officeDocument/2006/relationships" id="260" r:id="R091983025857456e"/>
    <p:sldId xmlns:r="http://schemas.openxmlformats.org/officeDocument/2006/relationships" id="261" r:id="Rf08b2c5aca9b458f"/>
    <p:sldId xmlns:r="http://schemas.openxmlformats.org/officeDocument/2006/relationships" id="262" r:id="Ra532fc3493144f0a"/>
    <p:sldId xmlns:r="http://schemas.openxmlformats.org/officeDocument/2006/relationships" id="263" r:id="R2fbb703d90544cd0"/>
    <p:sldId xmlns:r="http://schemas.openxmlformats.org/officeDocument/2006/relationships" id="264" r:id="R5ae6685635b84e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d005160ee42a5" /><Relationship Type="http://schemas.openxmlformats.org/officeDocument/2006/relationships/slideMaster" Target="/ppt/slideMasters/slideMaster1.xml" Id="R6990cdb8cfe34d8e" /><Relationship Type="http://schemas.openxmlformats.org/officeDocument/2006/relationships/notesMaster" Target="/ppt/notesMasters/notesMaster1.xml" Id="R23ef81fa80bb4ceb" /><Relationship Type="http://schemas.openxmlformats.org/officeDocument/2006/relationships/presProps" Target="/ppt/presProps.xml" Id="R25943b3d54404399" /><Relationship Type="http://schemas.openxmlformats.org/officeDocument/2006/relationships/tableStyles" Target="/ppt/tableStyles.xml" Id="R65aeecf4e2934156" /><Relationship Type="http://schemas.openxmlformats.org/officeDocument/2006/relationships/slide" Target="/ppt/slides/slide1.xml" Id="Rafb09d8b075a4438" /><Relationship Type="http://schemas.openxmlformats.org/officeDocument/2006/relationships/slide" Target="/ppt/slides/slide2.xml" Id="R0aa009168df14d79" /><Relationship Type="http://schemas.openxmlformats.org/officeDocument/2006/relationships/slide" Target="/ppt/slides/slide3.xml" Id="R62815944dd3e4837" /><Relationship Type="http://schemas.openxmlformats.org/officeDocument/2006/relationships/slide" Target="/ppt/slides/slide4.xml" Id="R60b6fde1b9524094" /><Relationship Type="http://schemas.openxmlformats.org/officeDocument/2006/relationships/slide" Target="/ppt/slides/slide5.xml" Id="R091983025857456e" /><Relationship Type="http://schemas.openxmlformats.org/officeDocument/2006/relationships/slide" Target="/ppt/slides/slide6.xml" Id="Rf08b2c5aca9b458f" /><Relationship Type="http://schemas.openxmlformats.org/officeDocument/2006/relationships/slide" Target="/ppt/slides/slide7.xml" Id="Ra532fc3493144f0a" /><Relationship Type="http://schemas.openxmlformats.org/officeDocument/2006/relationships/slide" Target="/ppt/slides/slide8.xml" Id="R2fbb703d90544cd0" /><Relationship Type="http://schemas.openxmlformats.org/officeDocument/2006/relationships/slide" Target="/ppt/slides/slide9.xml" Id="R5ae6685635b84e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d51e1475f41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f856addae4ac6" /><Relationship Type="http://schemas.openxmlformats.org/officeDocument/2006/relationships/notesMaster" Target="/ppt/notesMasters/notesMaster1.xml" Id="R8e3e5e6288e24e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f0488ad27242d7" /><Relationship Type="http://schemas.openxmlformats.org/officeDocument/2006/relationships/notesMaster" Target="/ppt/notesMasters/notesMaster1.xml" Id="R4f692500775b44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69e67ec742459f" /><Relationship Type="http://schemas.openxmlformats.org/officeDocument/2006/relationships/notesMaster" Target="/ppt/notesMasters/notesMaster1.xml" Id="R7a27a70e8e7e42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996fdd12d4247" /><Relationship Type="http://schemas.openxmlformats.org/officeDocument/2006/relationships/notesMaster" Target="/ppt/notesMasters/notesMaster1.xml" Id="R6d80eee73f7e43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3a4c958dce49d6" /><Relationship Type="http://schemas.openxmlformats.org/officeDocument/2006/relationships/notesMaster" Target="/ppt/notesMasters/notesMaster1.xml" Id="Rc9660d3b67bf42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c5bf0ba2584207" /><Relationship Type="http://schemas.openxmlformats.org/officeDocument/2006/relationships/notesMaster" Target="/ppt/notesMasters/notesMaster1.xml" Id="R4547eb460a0840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18218430f64b49" /><Relationship Type="http://schemas.openxmlformats.org/officeDocument/2006/relationships/notesMaster" Target="/ppt/notesMasters/notesMaster1.xml" Id="Rd31f6ebeb24f41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fb334cbb4648a9" /><Relationship Type="http://schemas.openxmlformats.org/officeDocument/2006/relationships/notesMaster" Target="/ppt/notesMasters/notesMaster1.xml" Id="Re26eb55041c4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c30e388f0846ad" /><Relationship Type="http://schemas.openxmlformats.org/officeDocument/2006/relationships/notesMaster" Target="/ppt/notesMasters/notesMaster1.xml" Id="R28497e26d5bb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strategic framing: reference implementation plus OCP governance, not a product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crisp. The internal decision is whether to invest in the OCP 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engineering proof that we can demonstrate the workflow, not just describe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say OCP endorses Turbalance. Say OCP can host the Commons and Turbalance can implement it well.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internal discipline before external conversations.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debate here. This is the internal risk register.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this back to design-partner validation and evidence-pack machinery.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ask practical. This is not a new platform rewrite.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exact sentence. Ask for decision and owners.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7385d5501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efc65ac6884246" /><Relationship Type="http://schemas.openxmlformats.org/officeDocument/2006/relationships/slideLayout" Target="/ppt/slideLayouts/slideLayout1.xml" Id="R4d1b6ad0681e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b6ad0681e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89d262f5f4dac" /><Relationship Type="http://schemas.openxmlformats.org/officeDocument/2006/relationships/notesSlide" Target="/ppt/notesSlides/notesSlide1.xml" Id="Reede4dbb8947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eb66575314ec1" /><Relationship Type="http://schemas.openxmlformats.org/officeDocument/2006/relationships/notesSlide" Target="/ppt/notesSlides/notesSlide2.xml" Id="R53195d166c60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f32d461af43b4" /><Relationship Type="http://schemas.openxmlformats.org/officeDocument/2006/relationships/notesSlide" Target="/ppt/notesSlides/notesSlide3.xml" Id="R4058a67cd83642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cd39d151844a1" /><Relationship Type="http://schemas.openxmlformats.org/officeDocument/2006/relationships/notesSlide" Target="/ppt/notesSlides/notesSlide4.xml" Id="R6763e671e2bf46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c650eddce441d" /><Relationship Type="http://schemas.openxmlformats.org/officeDocument/2006/relationships/notesSlide" Target="/ppt/notesSlides/notesSlide5.xml" Id="R915cad81bff540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aea97a70b46cb" /><Relationship Type="http://schemas.openxmlformats.org/officeDocument/2006/relationships/notesSlide" Target="/ppt/notesSlides/notesSlide6.xml" Id="R0b33c757da254a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33e36f4d34253" /><Relationship Type="http://schemas.openxmlformats.org/officeDocument/2006/relationships/notesSlide" Target="/ppt/notesSlides/notesSlide7.xml" Id="R08b3b493bc6c46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d271d35344499" /><Relationship Type="http://schemas.openxmlformats.org/officeDocument/2006/relationships/notesSlide" Target="/ppt/notesSlides/notesSlide8.xml" Id="R99b2d17269cf43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aba8187494af2" /><Relationship Type="http://schemas.openxmlformats.org/officeDocument/2006/relationships/notesSlide" Target="/ppt/notesSlides/notesSlide9.xml" Id="Ra64f0285003a4e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85F866-4477-4852-986D-4FE526AF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TURBALANCE INTERNAL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A876-3AC5-4D27-BEE3-448F9D66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524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Why we should propose OCP Benchmark Commons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05236-6511-4151-9BCB-170CFA2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 standards-first move that turns the Benchmark Ladder L6 into a community-governed hardware-quality comparison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C256E-478F-41EA-97B8-BABB7476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0B2DD-0D37-4230-8E46-5B1E42C2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1B249-CE61-437D-AB80-927891B9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EFB87-44E7-40CF-A9C4-853B6708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local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C3F80-D1B5-49A1-B437-10608BE6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514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C244-C7D3-482D-A2A2-530AA3FA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650" y="40005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786D9-1286-434E-A738-3E1692BA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133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CBFA6-7A8E-4C7A-8EB9-C03443FB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514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20458-B16A-424D-BEF1-4E552D0E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48387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peer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00153-8A29-41EC-AF00-98B07511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925" y="4514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10237-E9EF-4624-8766-881B238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0" y="40005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A371C-1BCD-4409-9CA0-6E6302AD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133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5A647-6915-4364-A3FE-13C8CECD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514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A9399-4B3C-483D-932E-CB2AD14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8387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local topology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FF477-DF15-48B9-941F-6274F7A2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514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ADA33-5E2E-41DD-9B48-9D7B8E7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7EBCA-E0B5-4E9C-A9D0-82FF64D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33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F9280-4560-4A29-A5BE-A4B478D1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14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4E536-D780-407D-8BF1-72A564BB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387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shared fabric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778AA-BEFD-4AC9-A518-CCEFC913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025" y="4514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04A376-EA38-4379-8A9F-7E74192C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0005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638AE-A3EA-42D2-8351-2AAED7F8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50" y="4133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D4DDA-88A9-4F8F-B4D2-91BDA7BF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50" y="4514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Fleet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047DD-1234-4A40-9138-735607B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150" y="48387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operator corpus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DCD3D-4E88-4701-B243-AB965330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075" y="45148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00A01-0E92-461C-8450-86F071A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50" y="4000500"/>
            <a:ext cx="1555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99390-3729-4F0B-8AA9-984D4749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4133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CEE50-7594-420A-A601-CDA685EE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4514850"/>
            <a:ext cx="128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OCP Commons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163478-7731-4244-BF4A-DB2C6AC7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4838700"/>
            <a:ext cx="128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7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7F2"/>
                </a:solidFill>
                <a:latin typeface="Aptos"/>
                <a:ea typeface="Aptos"/>
                <a:cs typeface="Aptos"/>
              </a:rPr>
              <a:t>member corpus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5BBE9-81B4-4282-8A13-7250246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4E23B0-3A2E-47E8-9579-4D407B7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939948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9E4970-EBE6-4817-A96C-DB20D099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5BDF7-3498-438E-8657-66C9390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The neutral corpus is the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909F6-DF66-464B-B83E-B6062EC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Customers need cross-member confidence; vendors and single operators cannot supply that trust alone.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E8174-86CE-4AA5-BDAA-ADE00E5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53FB1-7343-4E9A-B804-A7220686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857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F9B4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D04AB-D619-48F4-B9ED-6643CE0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D63CE-117B-469C-8134-EAF866FC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Customer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2F37E-C877-4E88-AA67-BD3E5DCF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Was this hardware delivered at the quality level we expected?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6C457-6365-43E0-815F-0497C1D8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857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F5541-7B49-4B4E-8AEA-214DC749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18F00-4FEA-4E60-B1FE-631D1D0B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OCP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94433-223B-4807-B2BC-258A099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 shared benchmark corpus is a member trust problem, which makes OCP the right convener.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76F9D-12EC-446E-99D6-69E17BC6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857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52F8C-0614-4B41-BACB-7A5EC120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76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6719A-08A0-4E6F-BB72-8A78C32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Turbalance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8E9DE-51FF-4FED-9C89-1B8C8EB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We already have provenance, redaction, evidence packs, and the Benchmark Ladder UX.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77830-9371-42EC-B5F4-BA1B89B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462ED-5AB8-4343-AD07-433ECFA6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1705773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332F3-8819-4903-BBF1-06A7B784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WHAT SHIPPED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54E9A-3625-4081-8009-EC57052C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The product now has an OCP L6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2259E-FBAE-474F-A52D-A5628137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This task moved the software from generic global baselines to a concrete Commons export/import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CB41F-3014-49CF-A8DB-554B0635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9C6F6-5A0B-4640-BB18-4A52458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E93F5-4575-4568-B1F8-8B5822B7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AE97D-5926-4D01-9DE4-A6042A2B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543FD-0112-4174-B078-02273F67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9C54B-9EB9-42E7-B911-32610346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94693-4670-4BEC-98F9-414F2C30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A4A8E-1A33-410B-B983-9A42C22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B66FF-5B09-4E56-8415-3543125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194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L6 row and summary now say OCP Commons and show corpus, bin, class, and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7DFED-CA1F-4F00-BB07-5CFE552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27123-4051-40AF-9E0E-038E8A10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Collector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7367B-0058-47C5-B482-3432E0FD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920EC-A9A1-484B-9673-1DC126EB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719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Optional TURBALANCE_BENCHMARK_OCP_* metadata and CLI flags.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2CA8B-17A2-46D6-BF04-1C4462B4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A6573-F7D5-4F16-AAAA-3E08448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Exporter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92EBA-A22E-4B5B-8D89-5E2ADE79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BEA96-50D4-4B8A-B975-223EA661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Redacted turba.ocp_benchmark_commons.v1 payload generator.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6D451-CE54-4CC7-B989-076EDCB3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9B59B-DECD-40EA-9503-6CBEBB6A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Schema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B8708-1561-4E5C-B989-7B0FC2F2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F3DF7-E74C-4DE8-8A40-DD682EF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768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Machine-readable exchange contract plus example fixture.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0DAC2-2F34-434D-914F-E76E0C0F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114AF-93E9-4DCC-8F68-9BCE4CE0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Docs/tests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CD912-B9C3-49FC-9061-4B936260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BB695-9A4B-48B7-9556-BE323C73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292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Proposal docs, data contract update, and CI-covered tests.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72A71-5214-4205-A61E-C8E3063A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FAC56-7F72-4378-9CB0-D3227A1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671363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A9C0C-37ED-4CE6-91EB-03106008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89639-9E0F-4512-936F-4C4DB835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Credibility without making OCP a sales channel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595F3-46EC-4E09-B1BC-1F515685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The move helps Turbalance sales indirectly by making the evidence model more trusted.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3602B-52D7-4EE4-8CA7-9D3D183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38F86-9BF5-475C-BB4F-3D629FA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A6449-DBE4-44F2-90AA-9302A994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4C1F5-AC8B-4133-A837-CADDF0BC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Design partners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B0CC8-2DA3-47E9-8591-9C99744E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 neutral problem statement is easier to discuss with operators than a vendor dashboard pitch.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684CE-53F6-4359-A175-0A62A09A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860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9C801-F8D7-4E55-8C8A-08E220FE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860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56B30-F72C-462B-AB6C-C0373F66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ROI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EC5C9-7028-485F-9745-9D81FEC6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Recovered GPU-hours and hardware variance become stronger when tied to a community benchmark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87C9A-37AC-4618-8996-432CE01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85441-17B6-4F2F-ACA6-1ED9DCAA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AA553-81E7-4ED0-A04E-D3AFC87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Product packaging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A22DE-D469-4282-9FDB-6FBAA4E6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Appliance and managed SaaS can both import/export the same OCP-aligned record.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B61F6-0103-4E06-A41B-4AE9FE36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8605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054FF-CD3F-4E6F-B0DB-2FB9D155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8605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BFE98-41F0-4187-8B4D-6DE36406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Trust posture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B8C5B-0BCF-4D17-A539-52C22C1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38500"/>
            <a:ext cx="2047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Open schema and privacy controls reduce suspicion around benchmark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DBBE1-D360-4E13-AC1F-2A437689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A72F8-FBAE-4093-AFD2-D7E26BD8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159005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1CEA2F-1D6C-4E9A-82F4-AC50CE66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POSITIONING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87C51-7422-41C6-A6CC-05280E64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Community contribution first, product second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2EB93-B9D6-4BE3-AA99-69F4685F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This is the line that keeps the OCP submission credible.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83108-6A85-475D-8AED-34A5701B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1D2FB-D108-4A1F-A765-E657FB74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085A-ED1E-4072-880D-D290A3B3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8EBA4-5443-4271-AE81-A547A118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728"/>
          </a:solidFill>
          <a:ln xmlns:a="http://schemas.openxmlformats.org/drawingml/2006/main" w="9525">
            <a:solidFill>
              <a:srgbClr val="1827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EC3D7-EA4D-4D4F-8555-5FEA6193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EC5DA-1254-4C74-A8A2-98991A0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7A98A-6CE7-470E-9046-2C1C812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Ask OCP to govern schema, privacy, and visibility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AD784-1CF5-4CFF-9EA2-C138DAC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241BB-14D5-4683-9D95-1DF63928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Ask OCP to host a Turbalance product showcase.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42EAA-E0B1-4390-9140-20664AC7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FDF79-A7DA-4196-8442-A8832DFE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Show Turbalance as a reference implementation.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C8FF1-3CE3-45BC-B175-A0F4DE9B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426A3-4F67-48FC-8C9D-4DD0B1CE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Use OCP language as implied endorsement.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E4B6C-D9CC-4A1C-98E3-BBE9459C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04F32-3267-4FB4-B8B0-A4512CEA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Recruit operators, vendors, and benchmark experts.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263D0-E860-4F64-A2EA-6C42D198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301C0-416E-46CE-A3CC-CC343C8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Frame vendors as adversaries.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EED1F-4CD8-45A7-B334-2E0D5768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D09F4-8FC2-4D61-863F-2EB39C4B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Start with a small pilot corpus.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69C37-5518-4C66-9375-83D670F3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8D7DA-6EB4-436B-B806-4FA7E134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Overpromise a finished global benchmark database.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2B9A2-BAA4-4AF2-9350-7744E307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3C74A-CF24-48D0-B0AF-AF25CFEA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332850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F713C-D95E-407D-9FD9-F86FBF6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9AEB2-4DAB-4BED-AFD0-67147CC9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The proposal is promising because it is hard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72C54-4405-41EA-AF31-EBC03B35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The risks are real, but they are manageable if we keep governance open.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CA656-FCFB-43B0-AA1C-5553CED5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D7F20-72E0-492D-9219-4E0915B5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7C6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0A8BF-A50B-4BEE-9868-BAAADE0A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D8661-645D-4719-8BE1-12D018BB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Too product-adjacent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540B5-AB8F-42E8-A5F1-65C97705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76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Mitigation: keep OCP ownership explicit and omit unverified marks or commercial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20F4D-218E-447C-BD6C-7CA82D20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B7E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EBF5E-2FB3-403E-BABF-6D2217F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B0759-5D8D-4C6E-B409-FB186AC6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Data-sharing hesitation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17F73-270C-4BB9-A46F-CEC9D18F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2476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Mitigation: salted hashes, prohibited fields, aggregate thresholds, and opt-in pilots.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26167-909D-438F-B315-711AB692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9525">
            <a:solidFill>
              <a:srgbClr val="F9B4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86731-9B28-47CF-879C-57DF6D65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80BA1-C646-44C8-B421-AE6155A8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Benchmark politics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1A618-5D20-4CBF-A8C8-724A8874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476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Mitigation: small v1, OCP-owned suite rules, and transparent retest policy.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636C3-8323-4BCA-97F6-A714DBD8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DB159-38B6-4497-8FB4-C9F9D58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1084685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7F52C8-3C53-40AD-96DD-213E1CB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DESIGN PARTNERS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51FD3-8EC5-4371-A6D4-D2B9DCD7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Use pilots to turn the proposal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75C36-4C10-4367-8288-FEE75047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The strongest sales asset remains real recovered value and hardware-quality findings.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A617D-1C97-4213-B0D1-CCC0F27D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ADB07-2603-40DE-AEE2-3EE5F892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462213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ED5C2-B1C3-442B-AED6-1B2D3953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CA487-3CEE-428F-AFE4-6BFCECF0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Find 2-3 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0E265-8C2A-4A8D-A5E0-F7B5B329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215741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Prefer AI infrastructure teams with heterogeneous hardware and willingness to review privacy.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12BC9-5DD3-4F1A-9EC4-1DA3BC70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35623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6D3FC-78AA-43DF-89BE-3A7E2467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781300"/>
            <a:ext cx="2462213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C56AA-8CD1-4BE4-B77F-1EB81F6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914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0C864-AE4A-40AA-A518-65F5042C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2575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Run redacted exports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3BBEA-5625-4535-A9BA-CEA5D79A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714750"/>
            <a:ext cx="215741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Prove no host, IP, tenant, account, or billing identifiers leave the member boundary.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A854F-C343-470D-928B-7D103D9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52FD7-45C6-4E75-9894-DB023877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81300"/>
            <a:ext cx="2462213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66D76-A4F7-4250-9933-D1A76271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14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F3913-438C-4026-B2A4-63200CF7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Compare 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8DA60-2E87-41A1-A970-B890A5F1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14750"/>
            <a:ext cx="215741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Start with two hardware classes where enough records can produce useful bands.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852C9-5485-4772-926B-EC2D5B09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35623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55C09-CCA2-4BBE-9419-B292209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88" y="2781300"/>
            <a:ext cx="2462213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1A876-AF70-40DF-BBCF-D38BF15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914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39331-C466-4D1B-941A-7ED458E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257550"/>
            <a:ext cx="21574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Document ROI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056CE-A2E4-488E-82BA-97F39F00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714750"/>
            <a:ext cx="2157413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Convert variance and recovered GPU-hours into publishable, permissioned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2A402-B8ED-40C8-8943-DC0309EE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562D0-758A-404C-B905-704BBA63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2135261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A8CCE-3020-4A6B-BA9E-69E4C61A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INTERNAL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8585B-47AC-46CC-A449-9AEE955E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Approve a focused OCP 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7E467-C312-46C5-83BB-4C70DACF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This is small enough to do well and visible enough to matter.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44D18-8E8E-4263-9A05-64639697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87C5F-0280-4705-9489-07B8F24A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C861F-D6F4-41D3-ABC4-47F2FA7A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34D0F-9F6A-4B7C-99AC-7304BAD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Submission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8DC0C-03B4-4570-A5AD-DDE97C4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One person owns OCP station submission and project outreach.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0BCE1-0530-4F01-B4C6-CB4CF26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C6C41-EE4B-4BAC-8BD6-8CF4B1B8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864C4-F3C6-40FB-B905-CBAD7D46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Engineering 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07FDF-C32D-4397-AA3A-0F71035B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385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One lane hardens schema/export/import and demo flow through Summit.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B5A84-6EBD-48ED-8303-5007E84A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74E8F-0F0B-494C-AA74-17A901D1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1C61B-2B01-410B-A4B1-BC960EE0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Partner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602CF-E2C4-4842-ACA9-039CE2F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Recruit design partners and prepare privacy review materials.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06E2C-953F-41AC-8B3D-FE040CBF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3FB4D-08DD-448D-8EE5-D35A5FC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1772657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8A328-4E3C-4E7E-B325-4E69A916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5917-47CA-4F68-B0B2-8059347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21"/>
                </a:solidFill>
                <a:latin typeface="Aptos Display"/>
                <a:ea typeface="Aptos Display"/>
                <a:cs typeface="Aptos Display"/>
              </a:rPr>
              <a:t>The sentence we want people to repeat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CAA8A-7277-4FEA-BE97-15F8855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OCP can make production hardware quality comparable across members without exposing member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04DF4-4361-433C-8370-952FED1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2E5F4-FFD0-4CB8-953A-928B2A31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971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9525">
            <a:solidFill>
              <a:srgbClr val="B7E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09E59-1B7C-4F67-A28D-FFD8C859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4F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4F4A"/>
                </a:solidFill>
                <a:latin typeface="Aptos"/>
                <a:ea typeface="Aptos"/>
                <a:cs typeface="Aptos"/>
              </a:rPr>
              <a:t>Core 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C9AA8-978E-48C4-B28C-51D948C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6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467"/>
                </a:solidFill>
                <a:latin typeface="Aptos"/>
                <a:ea typeface="Aptos"/>
                <a:cs typeface="Aptos"/>
              </a:rPr>
              <a:t>Turbalance proposes the L6 Benchmark Ladder as an OCP-hosted Benchmark Commons: members contribute redacted benchmark evidence, OCP governs aggregation, and everyone gets a fairer view of delivered hardware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557CD-B167-41C3-A7CB-A394BFDC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767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21"/>
                </a:solidFill>
                <a:latin typeface="Aptos"/>
                <a:ea typeface="Aptos"/>
                <a:cs typeface="Aptos"/>
              </a:rPr>
              <a:t>Next step: submit the Innovation Village station proposal before June 30, 2026 and recruit 2-3 design partners.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1B036-9D33-4408-A391-40C9E0C5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C80"/>
                </a:solidFill>
                <a:latin typeface="Aptos"/>
                <a:ea typeface="Aptos"/>
                <a:cs typeface="Aptos"/>
              </a:rPr>
              <a:t>Turbalance internal OCP Benchmark Commons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C7886-C769-4E6A-89E9-9129838A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C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C80"/>
                </a:solidFill>
                <a:latin typeface="Aptos"/>
                <a:ea typeface="Aptos"/>
                <a:cs typeface="Aptos"/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1067347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2026-06-17T03:40:57.9110000Z</dcterms:created>
  <dcterms:modified xsi:type="dcterms:W3CDTF">2026-06-17T03:40:57.9110000Z</dcterms:modified>
</coreProperties>
</file>